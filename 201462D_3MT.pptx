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3"/>
  </p:notesMasterIdLst>
  <p:sldIdLst>
    <p:sldId id="300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E778A0-8E2A-4731-A55D-111831DA9A94}" v="125" dt="2025-05-31T17:49:04.576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eksha Gihan" userId="93566b40-4d0f-4283-afd7-b305329c9ad8" providerId="ADAL" clId="{58E778A0-8E2A-4731-A55D-111831DA9A94}"/>
    <pc:docChg chg="undo custSel delSld modSld">
      <pc:chgData name="Upeksha Gihan" userId="93566b40-4d0f-4283-afd7-b305329c9ad8" providerId="ADAL" clId="{58E778A0-8E2A-4731-A55D-111831DA9A94}" dt="2025-05-31T17:49:04.576" v="878" actId="478"/>
      <pc:docMkLst>
        <pc:docMk/>
      </pc:docMkLst>
      <pc:sldChg chg="del">
        <pc:chgData name="Upeksha Gihan" userId="93566b40-4d0f-4283-afd7-b305329c9ad8" providerId="ADAL" clId="{58E778A0-8E2A-4731-A55D-111831DA9A94}" dt="2025-05-28T15:18:37.462" v="0" actId="47"/>
        <pc:sldMkLst>
          <pc:docMk/>
          <pc:sldMk cId="3327519609" sldId="256"/>
        </pc:sldMkLst>
      </pc:sldChg>
      <pc:sldChg chg="del">
        <pc:chgData name="Upeksha Gihan" userId="93566b40-4d0f-4283-afd7-b305329c9ad8" providerId="ADAL" clId="{58E778A0-8E2A-4731-A55D-111831DA9A94}" dt="2025-05-28T15:18:58.257" v="24" actId="47"/>
        <pc:sldMkLst>
          <pc:docMk/>
          <pc:sldMk cId="2115112182" sldId="260"/>
        </pc:sldMkLst>
      </pc:sldChg>
      <pc:sldChg chg="del">
        <pc:chgData name="Upeksha Gihan" userId="93566b40-4d0f-4283-afd7-b305329c9ad8" providerId="ADAL" clId="{58E778A0-8E2A-4731-A55D-111831DA9A94}" dt="2025-05-28T15:18:38.277" v="1" actId="47"/>
        <pc:sldMkLst>
          <pc:docMk/>
          <pc:sldMk cId="2981328065" sldId="292"/>
        </pc:sldMkLst>
      </pc:sldChg>
      <pc:sldChg chg="del">
        <pc:chgData name="Upeksha Gihan" userId="93566b40-4d0f-4283-afd7-b305329c9ad8" providerId="ADAL" clId="{58E778A0-8E2A-4731-A55D-111831DA9A94}" dt="2025-05-28T15:18:40.578" v="4" actId="47"/>
        <pc:sldMkLst>
          <pc:docMk/>
          <pc:sldMk cId="4243422985" sldId="295"/>
        </pc:sldMkLst>
      </pc:sldChg>
      <pc:sldChg chg="del">
        <pc:chgData name="Upeksha Gihan" userId="93566b40-4d0f-4283-afd7-b305329c9ad8" providerId="ADAL" clId="{58E778A0-8E2A-4731-A55D-111831DA9A94}" dt="2025-05-28T15:18:55.557" v="21" actId="47"/>
        <pc:sldMkLst>
          <pc:docMk/>
          <pc:sldMk cId="2853073262" sldId="297"/>
        </pc:sldMkLst>
      </pc:sldChg>
      <pc:sldChg chg="del">
        <pc:chgData name="Upeksha Gihan" userId="93566b40-4d0f-4283-afd7-b305329c9ad8" providerId="ADAL" clId="{58E778A0-8E2A-4731-A55D-111831DA9A94}" dt="2025-05-28T15:18:41.461" v="5" actId="47"/>
        <pc:sldMkLst>
          <pc:docMk/>
          <pc:sldMk cId="3128260925" sldId="298"/>
        </pc:sldMkLst>
      </pc:sldChg>
      <pc:sldChg chg="del">
        <pc:chgData name="Upeksha Gihan" userId="93566b40-4d0f-4283-afd7-b305329c9ad8" providerId="ADAL" clId="{58E778A0-8E2A-4731-A55D-111831DA9A94}" dt="2025-05-28T15:18:42.402" v="6" actId="47"/>
        <pc:sldMkLst>
          <pc:docMk/>
          <pc:sldMk cId="3739887886" sldId="299"/>
        </pc:sldMkLst>
      </pc:sldChg>
      <pc:sldChg chg="addSp delSp modSp mod">
        <pc:chgData name="Upeksha Gihan" userId="93566b40-4d0f-4283-afd7-b305329c9ad8" providerId="ADAL" clId="{58E778A0-8E2A-4731-A55D-111831DA9A94}" dt="2025-05-31T17:49:04.576" v="878" actId="478"/>
        <pc:sldMkLst>
          <pc:docMk/>
          <pc:sldMk cId="2574551902" sldId="300"/>
        </pc:sldMkLst>
        <pc:spChg chg="add mod">
          <ac:chgData name="Upeksha Gihan" userId="93566b40-4d0f-4283-afd7-b305329c9ad8" providerId="ADAL" clId="{58E778A0-8E2A-4731-A55D-111831DA9A94}" dt="2025-05-31T17:46:42.603" v="873" actId="165"/>
          <ac:spMkLst>
            <pc:docMk/>
            <pc:sldMk cId="2574551902" sldId="300"/>
            <ac:spMk id="10" creationId="{6B47A76B-53C7-E168-FD99-103BD75D8CF2}"/>
          </ac:spMkLst>
        </pc:spChg>
        <pc:spChg chg="add mod ord topLvl">
          <ac:chgData name="Upeksha Gihan" userId="93566b40-4d0f-4283-afd7-b305329c9ad8" providerId="ADAL" clId="{58E778A0-8E2A-4731-A55D-111831DA9A94}" dt="2025-05-31T17:46:42.603" v="873" actId="165"/>
          <ac:spMkLst>
            <pc:docMk/>
            <pc:sldMk cId="2574551902" sldId="300"/>
            <ac:spMk id="11" creationId="{99B5F222-EA43-8B55-482F-82F8860FFAB1}"/>
          </ac:spMkLst>
        </pc:spChg>
        <pc:spChg chg="add mod">
          <ac:chgData name="Upeksha Gihan" userId="93566b40-4d0f-4283-afd7-b305329c9ad8" providerId="ADAL" clId="{58E778A0-8E2A-4731-A55D-111831DA9A94}" dt="2025-05-31T17:46:42.603" v="873" actId="165"/>
          <ac:spMkLst>
            <pc:docMk/>
            <pc:sldMk cId="2574551902" sldId="300"/>
            <ac:spMk id="13" creationId="{A70CF81A-C375-ABC6-BF4B-B742903F6DBC}"/>
          </ac:spMkLst>
        </pc:spChg>
        <pc:spChg chg="add mod">
          <ac:chgData name="Upeksha Gihan" userId="93566b40-4d0f-4283-afd7-b305329c9ad8" providerId="ADAL" clId="{58E778A0-8E2A-4731-A55D-111831DA9A94}" dt="2025-05-28T16:18:08.620" v="268" actId="165"/>
          <ac:spMkLst>
            <pc:docMk/>
            <pc:sldMk cId="2574551902" sldId="300"/>
            <ac:spMk id="18" creationId="{6B009D58-EFA6-D4BF-1738-A4335F52BCFC}"/>
          </ac:spMkLst>
        </pc:spChg>
        <pc:spChg chg="add mod">
          <ac:chgData name="Upeksha Gihan" userId="93566b40-4d0f-4283-afd7-b305329c9ad8" providerId="ADAL" clId="{58E778A0-8E2A-4731-A55D-111831DA9A94}" dt="2025-05-31T17:46:42.603" v="873" actId="165"/>
          <ac:spMkLst>
            <pc:docMk/>
            <pc:sldMk cId="2574551902" sldId="300"/>
            <ac:spMk id="22" creationId="{08D800DF-BB2D-BC8A-0ADA-11F63045BDFB}"/>
          </ac:spMkLst>
        </pc:spChg>
        <pc:spChg chg="add mod ord">
          <ac:chgData name="Upeksha Gihan" userId="93566b40-4d0f-4283-afd7-b305329c9ad8" providerId="ADAL" clId="{58E778A0-8E2A-4731-A55D-111831DA9A94}" dt="2025-05-28T16:41:49.246" v="609" actId="165"/>
          <ac:spMkLst>
            <pc:docMk/>
            <pc:sldMk cId="2574551902" sldId="300"/>
            <ac:spMk id="28" creationId="{9CDF3A0B-4F66-691D-35AD-502D97254F5D}"/>
          </ac:spMkLst>
        </pc:spChg>
        <pc:spChg chg="add mod ord topLvl">
          <ac:chgData name="Upeksha Gihan" userId="93566b40-4d0f-4283-afd7-b305329c9ad8" providerId="ADAL" clId="{58E778A0-8E2A-4731-A55D-111831DA9A94}" dt="2025-05-31T17:46:42.603" v="873" actId="165"/>
          <ac:spMkLst>
            <pc:docMk/>
            <pc:sldMk cId="2574551902" sldId="300"/>
            <ac:spMk id="36" creationId="{5553B685-6867-96AF-35AD-01F14FDB6745}"/>
          </ac:spMkLst>
        </pc:spChg>
        <pc:spChg chg="add mod topLvl">
          <ac:chgData name="Upeksha Gihan" userId="93566b40-4d0f-4283-afd7-b305329c9ad8" providerId="ADAL" clId="{58E778A0-8E2A-4731-A55D-111831DA9A94}" dt="2025-05-28T17:02:53.390" v="848" actId="255"/>
          <ac:spMkLst>
            <pc:docMk/>
            <pc:sldMk cId="2574551902" sldId="300"/>
            <ac:spMk id="39" creationId="{7B24A5CB-4C33-7A84-B002-E8BE94366461}"/>
          </ac:spMkLst>
        </pc:spChg>
        <pc:spChg chg="add mod topLvl">
          <ac:chgData name="Upeksha Gihan" userId="93566b40-4d0f-4283-afd7-b305329c9ad8" providerId="ADAL" clId="{58E778A0-8E2A-4731-A55D-111831DA9A94}" dt="2025-05-31T17:46:42.603" v="873" actId="165"/>
          <ac:spMkLst>
            <pc:docMk/>
            <pc:sldMk cId="2574551902" sldId="300"/>
            <ac:spMk id="45" creationId="{AAA3834A-E33B-63E3-8107-50A8FEB904B2}"/>
          </ac:spMkLst>
        </pc:spChg>
        <pc:spChg chg="add mod">
          <ac:chgData name="Upeksha Gihan" userId="93566b40-4d0f-4283-afd7-b305329c9ad8" providerId="ADAL" clId="{58E778A0-8E2A-4731-A55D-111831DA9A94}" dt="2025-05-31T17:46:42.603" v="873" actId="165"/>
          <ac:spMkLst>
            <pc:docMk/>
            <pc:sldMk cId="2574551902" sldId="300"/>
            <ac:spMk id="46" creationId="{3D5A7ED1-2C21-AE9F-DA60-9262A4ABDB78}"/>
          </ac:spMkLst>
        </pc:spChg>
        <pc:spChg chg="add mod topLvl">
          <ac:chgData name="Upeksha Gihan" userId="93566b40-4d0f-4283-afd7-b305329c9ad8" providerId="ADAL" clId="{58E778A0-8E2A-4731-A55D-111831DA9A94}" dt="2025-05-31T17:46:42.603" v="873" actId="165"/>
          <ac:spMkLst>
            <pc:docMk/>
            <pc:sldMk cId="2574551902" sldId="300"/>
            <ac:spMk id="47" creationId="{80A666F5-94BB-01E0-2415-265852CDE5B2}"/>
          </ac:spMkLst>
        </pc:spChg>
        <pc:spChg chg="add mod topLvl">
          <ac:chgData name="Upeksha Gihan" userId="93566b40-4d0f-4283-afd7-b305329c9ad8" providerId="ADAL" clId="{58E778A0-8E2A-4731-A55D-111831DA9A94}" dt="2025-05-28T17:04:08.923" v="867" actId="1076"/>
          <ac:spMkLst>
            <pc:docMk/>
            <pc:sldMk cId="2574551902" sldId="300"/>
            <ac:spMk id="48" creationId="{56AFC1BF-6711-8BAA-F4C4-D5AC7DFE2CC7}"/>
          </ac:spMkLst>
        </pc:spChg>
        <pc:spChg chg="add mod topLvl">
          <ac:chgData name="Upeksha Gihan" userId="93566b40-4d0f-4283-afd7-b305329c9ad8" providerId="ADAL" clId="{58E778A0-8E2A-4731-A55D-111831DA9A94}" dt="2025-05-31T17:46:42.603" v="873" actId="165"/>
          <ac:spMkLst>
            <pc:docMk/>
            <pc:sldMk cId="2574551902" sldId="300"/>
            <ac:spMk id="49" creationId="{CAD1B30C-7EB4-E550-7809-EBA269480F4F}"/>
          </ac:spMkLst>
        </pc:spChg>
        <pc:spChg chg="add mod topLvl">
          <ac:chgData name="Upeksha Gihan" userId="93566b40-4d0f-4283-afd7-b305329c9ad8" providerId="ADAL" clId="{58E778A0-8E2A-4731-A55D-111831DA9A94}" dt="2025-05-31T17:46:42.603" v="873" actId="165"/>
          <ac:spMkLst>
            <pc:docMk/>
            <pc:sldMk cId="2574551902" sldId="300"/>
            <ac:spMk id="50" creationId="{C044D914-E7A3-AB07-C877-55618C30B4AA}"/>
          </ac:spMkLst>
        </pc:spChg>
        <pc:spChg chg="add mod ord">
          <ac:chgData name="Upeksha Gihan" userId="93566b40-4d0f-4283-afd7-b305329c9ad8" providerId="ADAL" clId="{58E778A0-8E2A-4731-A55D-111831DA9A94}" dt="2025-05-28T17:02:42.525" v="845" actId="1076"/>
          <ac:spMkLst>
            <pc:docMk/>
            <pc:sldMk cId="2574551902" sldId="300"/>
            <ac:spMk id="53" creationId="{D40AB428-5356-7F23-47DA-349E51437A04}"/>
          </ac:spMkLst>
        </pc:spChg>
        <pc:spChg chg="add mod">
          <ac:chgData name="Upeksha Gihan" userId="93566b40-4d0f-4283-afd7-b305329c9ad8" providerId="ADAL" clId="{58E778A0-8E2A-4731-A55D-111831DA9A94}" dt="2025-05-31T17:48:27.047" v="877" actId="20577"/>
          <ac:spMkLst>
            <pc:docMk/>
            <pc:sldMk cId="2574551902" sldId="300"/>
            <ac:spMk id="55" creationId="{82CD6FA9-A3C7-A0A7-B474-72C889497DCC}"/>
          </ac:spMkLst>
        </pc:spChg>
        <pc:grpChg chg="add mod">
          <ac:chgData name="Upeksha Gihan" userId="93566b40-4d0f-4283-afd7-b305329c9ad8" providerId="ADAL" clId="{58E778A0-8E2A-4731-A55D-111831DA9A94}" dt="2025-05-28T16:31:25.098" v="399" actId="1038"/>
          <ac:grpSpMkLst>
            <pc:docMk/>
            <pc:sldMk cId="2574551902" sldId="300"/>
            <ac:grpSpMk id="15" creationId="{F8D8DDAE-0032-EE18-DF64-42DE86962F19}"/>
          </ac:grpSpMkLst>
        </pc:grpChg>
        <pc:grpChg chg="add mod">
          <ac:chgData name="Upeksha Gihan" userId="93566b40-4d0f-4283-afd7-b305329c9ad8" providerId="ADAL" clId="{58E778A0-8E2A-4731-A55D-111831DA9A94}" dt="2025-05-28T16:26:50.540" v="316" actId="1036"/>
          <ac:grpSpMkLst>
            <pc:docMk/>
            <pc:sldMk cId="2574551902" sldId="300"/>
            <ac:grpSpMk id="29" creationId="{FEDC0361-C2E3-A898-0A69-B083DAA22A0E}"/>
          </ac:grpSpMkLst>
        </pc:grpChg>
        <pc:grpChg chg="add mod">
          <ac:chgData name="Upeksha Gihan" userId="93566b40-4d0f-4283-afd7-b305329c9ad8" providerId="ADAL" clId="{58E778A0-8E2A-4731-A55D-111831DA9A94}" dt="2025-05-28T16:27:12.612" v="331" actId="1076"/>
          <ac:grpSpMkLst>
            <pc:docMk/>
            <pc:sldMk cId="2574551902" sldId="300"/>
            <ac:grpSpMk id="30" creationId="{267073F8-C8C6-28CB-8D9E-E9787FC92201}"/>
          </ac:grpSpMkLst>
        </pc:grpChg>
        <pc:grpChg chg="add mod">
          <ac:chgData name="Upeksha Gihan" userId="93566b40-4d0f-4283-afd7-b305329c9ad8" providerId="ADAL" clId="{58E778A0-8E2A-4731-A55D-111831DA9A94}" dt="2025-05-28T16:27:15.897" v="332" actId="1076"/>
          <ac:grpSpMkLst>
            <pc:docMk/>
            <pc:sldMk cId="2574551902" sldId="300"/>
            <ac:grpSpMk id="31" creationId="{6FFAE1AF-99C0-A912-5795-CCA96608E4B7}"/>
          </ac:grpSpMkLst>
        </pc:grpChg>
        <pc:grpChg chg="add mod">
          <ac:chgData name="Upeksha Gihan" userId="93566b40-4d0f-4283-afd7-b305329c9ad8" providerId="ADAL" clId="{58E778A0-8E2A-4731-A55D-111831DA9A94}" dt="2025-05-28T16:29:11.656" v="364" actId="1076"/>
          <ac:grpSpMkLst>
            <pc:docMk/>
            <pc:sldMk cId="2574551902" sldId="300"/>
            <ac:grpSpMk id="32" creationId="{4F76F185-AED9-43E9-A006-14C994AEE283}"/>
          </ac:grpSpMkLst>
        </pc:grpChg>
        <pc:grpChg chg="mod">
          <ac:chgData name="Upeksha Gihan" userId="93566b40-4d0f-4283-afd7-b305329c9ad8" providerId="ADAL" clId="{58E778A0-8E2A-4731-A55D-111831DA9A94}" dt="2025-05-28T16:52:01.409" v="804" actId="164"/>
          <ac:grpSpMkLst>
            <pc:docMk/>
            <pc:sldMk cId="2574551902" sldId="300"/>
            <ac:grpSpMk id="54" creationId="{B16CACAD-850B-7166-B906-7C0B425B4356}"/>
          </ac:grpSpMkLst>
        </pc:grpChg>
        <pc:picChg chg="add mod topLvl">
          <ac:chgData name="Upeksha Gihan" userId="93566b40-4d0f-4283-afd7-b305329c9ad8" providerId="ADAL" clId="{58E778A0-8E2A-4731-A55D-111831DA9A94}" dt="2025-05-28T16:18:08.620" v="268" actId="165"/>
          <ac:picMkLst>
            <pc:docMk/>
            <pc:sldMk cId="2574551902" sldId="300"/>
            <ac:picMk id="8" creationId="{E865AA2F-B36D-8160-8E27-3CBFFF931566}"/>
          </ac:picMkLst>
        </pc:picChg>
        <pc:picChg chg="add mod">
          <ac:chgData name="Upeksha Gihan" userId="93566b40-4d0f-4283-afd7-b305329c9ad8" providerId="ADAL" clId="{58E778A0-8E2A-4731-A55D-111831DA9A94}" dt="2025-05-28T16:18:08.620" v="268" actId="165"/>
          <ac:picMkLst>
            <pc:docMk/>
            <pc:sldMk cId="2574551902" sldId="300"/>
            <ac:picMk id="17" creationId="{8079DD96-209E-979D-131B-6E0952B0552B}"/>
          </ac:picMkLst>
        </pc:picChg>
        <pc:picChg chg="add mod">
          <ac:chgData name="Upeksha Gihan" userId="93566b40-4d0f-4283-afd7-b305329c9ad8" providerId="ADAL" clId="{58E778A0-8E2A-4731-A55D-111831DA9A94}" dt="2025-05-28T16:18:08.620" v="268" actId="165"/>
          <ac:picMkLst>
            <pc:docMk/>
            <pc:sldMk cId="2574551902" sldId="300"/>
            <ac:picMk id="20" creationId="{F0653DAA-A8C6-7940-4CFD-F56A0D6CE455}"/>
          </ac:picMkLst>
        </pc:picChg>
        <pc:picChg chg="add mod">
          <ac:chgData name="Upeksha Gihan" userId="93566b40-4d0f-4283-afd7-b305329c9ad8" providerId="ADAL" clId="{58E778A0-8E2A-4731-A55D-111831DA9A94}" dt="2025-05-28T15:51:56.433" v="181" actId="164"/>
          <ac:picMkLst>
            <pc:docMk/>
            <pc:sldMk cId="2574551902" sldId="300"/>
            <ac:picMk id="24" creationId="{29BFDEB8-8FB8-2006-4368-7D240817E022}"/>
          </ac:picMkLst>
        </pc:picChg>
        <pc:picChg chg="add mod">
          <ac:chgData name="Upeksha Gihan" userId="93566b40-4d0f-4283-afd7-b305329c9ad8" providerId="ADAL" clId="{58E778A0-8E2A-4731-A55D-111831DA9A94}" dt="2025-05-28T16:18:08.620" v="268" actId="165"/>
          <ac:picMkLst>
            <pc:docMk/>
            <pc:sldMk cId="2574551902" sldId="300"/>
            <ac:picMk id="25" creationId="{D5F5684A-48CD-7F1C-9D95-FD8FB96F7C0C}"/>
          </ac:picMkLst>
        </pc:picChg>
        <pc:picChg chg="add mod">
          <ac:chgData name="Upeksha Gihan" userId="93566b40-4d0f-4283-afd7-b305329c9ad8" providerId="ADAL" clId="{58E778A0-8E2A-4731-A55D-111831DA9A94}" dt="2025-05-28T16:18:08.620" v="268" actId="165"/>
          <ac:picMkLst>
            <pc:docMk/>
            <pc:sldMk cId="2574551902" sldId="300"/>
            <ac:picMk id="26" creationId="{81836532-C1C3-BC8C-92F0-7C07BF4B4807}"/>
          </ac:picMkLst>
        </pc:picChg>
        <pc:picChg chg="add del mod">
          <ac:chgData name="Upeksha Gihan" userId="93566b40-4d0f-4283-afd7-b305329c9ad8" providerId="ADAL" clId="{58E778A0-8E2A-4731-A55D-111831DA9A94}" dt="2025-05-31T17:49:04.576" v="878" actId="478"/>
          <ac:picMkLst>
            <pc:docMk/>
            <pc:sldMk cId="2574551902" sldId="300"/>
            <ac:picMk id="1030" creationId="{F6C0DB28-DA58-7E02-4667-5A9CA8BC0798}"/>
          </ac:picMkLst>
        </pc:picChg>
        <pc:cxnChg chg="add mod">
          <ac:chgData name="Upeksha Gihan" userId="93566b40-4d0f-4283-afd7-b305329c9ad8" providerId="ADAL" clId="{58E778A0-8E2A-4731-A55D-111831DA9A94}" dt="2025-05-28T16:31:25.098" v="399" actId="1038"/>
          <ac:cxnSpMkLst>
            <pc:docMk/>
            <pc:sldMk cId="2574551902" sldId="300"/>
            <ac:cxnSpMk id="38" creationId="{E2873120-26BA-7A19-8B27-C0B2160FFF87}"/>
          </ac:cxnSpMkLst>
        </pc:cxnChg>
        <pc:cxnChg chg="add mod">
          <ac:chgData name="Upeksha Gihan" userId="93566b40-4d0f-4283-afd7-b305329c9ad8" providerId="ADAL" clId="{58E778A0-8E2A-4731-A55D-111831DA9A94}" dt="2025-05-28T16:28:21.994" v="362" actId="13822"/>
          <ac:cxnSpMkLst>
            <pc:docMk/>
            <pc:sldMk cId="2574551902" sldId="300"/>
            <ac:cxnSpMk id="41" creationId="{0B724F2F-D614-6AB2-2A7D-B5BB10CBF4DE}"/>
          </ac:cxnSpMkLst>
        </pc:cxnChg>
        <pc:cxnChg chg="add mod">
          <ac:chgData name="Upeksha Gihan" userId="93566b40-4d0f-4283-afd7-b305329c9ad8" providerId="ADAL" clId="{58E778A0-8E2A-4731-A55D-111831DA9A94}" dt="2025-05-28T16:29:51.052" v="368" actId="1076"/>
          <ac:cxnSpMkLst>
            <pc:docMk/>
            <pc:sldMk cId="2574551902" sldId="300"/>
            <ac:cxnSpMk id="42" creationId="{60586177-5DD6-96F9-E727-E5E22D267CF0}"/>
          </ac:cxnSpMkLst>
        </pc:cxnChg>
        <pc:cxnChg chg="add mod">
          <ac:chgData name="Upeksha Gihan" userId="93566b40-4d0f-4283-afd7-b305329c9ad8" providerId="ADAL" clId="{58E778A0-8E2A-4731-A55D-111831DA9A94}" dt="2025-05-28T16:31:12.832" v="370" actId="1076"/>
          <ac:cxnSpMkLst>
            <pc:docMk/>
            <pc:sldMk cId="2574551902" sldId="300"/>
            <ac:cxnSpMk id="43" creationId="{3850418B-31DE-2219-8236-3D5E35746078}"/>
          </ac:cxnSpMkLst>
        </pc:cxnChg>
      </pc:sldChg>
      <pc:sldChg chg="del">
        <pc:chgData name="Upeksha Gihan" userId="93566b40-4d0f-4283-afd7-b305329c9ad8" providerId="ADAL" clId="{58E778A0-8E2A-4731-A55D-111831DA9A94}" dt="2025-05-28T15:18:48.566" v="14" actId="47"/>
        <pc:sldMkLst>
          <pc:docMk/>
          <pc:sldMk cId="163660405" sldId="302"/>
        </pc:sldMkLst>
      </pc:sldChg>
      <pc:sldChg chg="del">
        <pc:chgData name="Upeksha Gihan" userId="93566b40-4d0f-4283-afd7-b305329c9ad8" providerId="ADAL" clId="{58E778A0-8E2A-4731-A55D-111831DA9A94}" dt="2025-05-28T15:18:47.759" v="13" actId="47"/>
        <pc:sldMkLst>
          <pc:docMk/>
          <pc:sldMk cId="3308921956" sldId="303"/>
        </pc:sldMkLst>
      </pc:sldChg>
      <pc:sldChg chg="del">
        <pc:chgData name="Upeksha Gihan" userId="93566b40-4d0f-4283-afd7-b305329c9ad8" providerId="ADAL" clId="{58E778A0-8E2A-4731-A55D-111831DA9A94}" dt="2025-05-28T15:18:49.356" v="15" actId="47"/>
        <pc:sldMkLst>
          <pc:docMk/>
          <pc:sldMk cId="2690425129" sldId="304"/>
        </pc:sldMkLst>
      </pc:sldChg>
      <pc:sldChg chg="del">
        <pc:chgData name="Upeksha Gihan" userId="93566b40-4d0f-4283-afd7-b305329c9ad8" providerId="ADAL" clId="{58E778A0-8E2A-4731-A55D-111831DA9A94}" dt="2025-05-28T15:18:52.078" v="17" actId="47"/>
        <pc:sldMkLst>
          <pc:docMk/>
          <pc:sldMk cId="446247917" sldId="305"/>
        </pc:sldMkLst>
      </pc:sldChg>
      <pc:sldChg chg="del">
        <pc:chgData name="Upeksha Gihan" userId="93566b40-4d0f-4283-afd7-b305329c9ad8" providerId="ADAL" clId="{58E778A0-8E2A-4731-A55D-111831DA9A94}" dt="2025-05-28T15:18:39.757" v="3" actId="47"/>
        <pc:sldMkLst>
          <pc:docMk/>
          <pc:sldMk cId="3977758242" sldId="307"/>
        </pc:sldMkLst>
      </pc:sldChg>
      <pc:sldChg chg="del">
        <pc:chgData name="Upeksha Gihan" userId="93566b40-4d0f-4283-afd7-b305329c9ad8" providerId="ADAL" clId="{58E778A0-8E2A-4731-A55D-111831DA9A94}" dt="2025-05-28T15:18:43.859" v="8" actId="47"/>
        <pc:sldMkLst>
          <pc:docMk/>
          <pc:sldMk cId="3246438312" sldId="309"/>
        </pc:sldMkLst>
      </pc:sldChg>
      <pc:sldChg chg="del">
        <pc:chgData name="Upeksha Gihan" userId="93566b40-4d0f-4283-afd7-b305329c9ad8" providerId="ADAL" clId="{58E778A0-8E2A-4731-A55D-111831DA9A94}" dt="2025-05-28T15:18:44.639" v="9" actId="47"/>
        <pc:sldMkLst>
          <pc:docMk/>
          <pc:sldMk cId="4045511847" sldId="310"/>
        </pc:sldMkLst>
      </pc:sldChg>
      <pc:sldChg chg="del">
        <pc:chgData name="Upeksha Gihan" userId="93566b40-4d0f-4283-afd7-b305329c9ad8" providerId="ADAL" clId="{58E778A0-8E2A-4731-A55D-111831DA9A94}" dt="2025-05-28T15:18:39.077" v="2" actId="47"/>
        <pc:sldMkLst>
          <pc:docMk/>
          <pc:sldMk cId="2155487185" sldId="314"/>
        </pc:sldMkLst>
      </pc:sldChg>
      <pc:sldChg chg="del">
        <pc:chgData name="Upeksha Gihan" userId="93566b40-4d0f-4283-afd7-b305329c9ad8" providerId="ADAL" clId="{58E778A0-8E2A-4731-A55D-111831DA9A94}" dt="2025-05-28T15:18:43.189" v="7" actId="47"/>
        <pc:sldMkLst>
          <pc:docMk/>
          <pc:sldMk cId="101209312" sldId="315"/>
        </pc:sldMkLst>
      </pc:sldChg>
      <pc:sldChg chg="del">
        <pc:chgData name="Upeksha Gihan" userId="93566b40-4d0f-4283-afd7-b305329c9ad8" providerId="ADAL" clId="{58E778A0-8E2A-4731-A55D-111831DA9A94}" dt="2025-05-28T15:18:46.237" v="11" actId="47"/>
        <pc:sldMkLst>
          <pc:docMk/>
          <pc:sldMk cId="4250122913" sldId="316"/>
        </pc:sldMkLst>
      </pc:sldChg>
      <pc:sldChg chg="del">
        <pc:chgData name="Upeksha Gihan" userId="93566b40-4d0f-4283-afd7-b305329c9ad8" providerId="ADAL" clId="{58E778A0-8E2A-4731-A55D-111831DA9A94}" dt="2025-05-28T15:18:45.485" v="10" actId="47"/>
        <pc:sldMkLst>
          <pc:docMk/>
          <pc:sldMk cId="939844410" sldId="317"/>
        </pc:sldMkLst>
      </pc:sldChg>
      <pc:sldChg chg="del">
        <pc:chgData name="Upeksha Gihan" userId="93566b40-4d0f-4283-afd7-b305329c9ad8" providerId="ADAL" clId="{58E778A0-8E2A-4731-A55D-111831DA9A94}" dt="2025-05-28T15:18:56.493" v="22" actId="47"/>
        <pc:sldMkLst>
          <pc:docMk/>
          <pc:sldMk cId="424239915" sldId="318"/>
        </pc:sldMkLst>
      </pc:sldChg>
      <pc:sldChg chg="del">
        <pc:chgData name="Upeksha Gihan" userId="93566b40-4d0f-4283-afd7-b305329c9ad8" providerId="ADAL" clId="{58E778A0-8E2A-4731-A55D-111831DA9A94}" dt="2025-05-28T15:18:57.455" v="23" actId="47"/>
        <pc:sldMkLst>
          <pc:docMk/>
          <pc:sldMk cId="4236350473" sldId="320"/>
        </pc:sldMkLst>
      </pc:sldChg>
      <pc:sldChg chg="del">
        <pc:chgData name="Upeksha Gihan" userId="93566b40-4d0f-4283-afd7-b305329c9ad8" providerId="ADAL" clId="{58E778A0-8E2A-4731-A55D-111831DA9A94}" dt="2025-05-28T15:18:46.978" v="12" actId="47"/>
        <pc:sldMkLst>
          <pc:docMk/>
          <pc:sldMk cId="2070345449" sldId="322"/>
        </pc:sldMkLst>
      </pc:sldChg>
      <pc:sldChg chg="del">
        <pc:chgData name="Upeksha Gihan" userId="93566b40-4d0f-4283-afd7-b305329c9ad8" providerId="ADAL" clId="{58E778A0-8E2A-4731-A55D-111831DA9A94}" dt="2025-05-28T15:18:50.155" v="16" actId="47"/>
        <pc:sldMkLst>
          <pc:docMk/>
          <pc:sldMk cId="359777670" sldId="324"/>
        </pc:sldMkLst>
      </pc:sldChg>
      <pc:sldChg chg="del">
        <pc:chgData name="Upeksha Gihan" userId="93566b40-4d0f-4283-afd7-b305329c9ad8" providerId="ADAL" clId="{58E778A0-8E2A-4731-A55D-111831DA9A94}" dt="2025-05-28T15:18:53.720" v="19" actId="47"/>
        <pc:sldMkLst>
          <pc:docMk/>
          <pc:sldMk cId="477541181" sldId="326"/>
        </pc:sldMkLst>
      </pc:sldChg>
      <pc:sldChg chg="del">
        <pc:chgData name="Upeksha Gihan" userId="93566b40-4d0f-4283-afd7-b305329c9ad8" providerId="ADAL" clId="{58E778A0-8E2A-4731-A55D-111831DA9A94}" dt="2025-05-28T15:18:54.636" v="20" actId="47"/>
        <pc:sldMkLst>
          <pc:docMk/>
          <pc:sldMk cId="3211883315" sldId="327"/>
        </pc:sldMkLst>
      </pc:sldChg>
      <pc:sldChg chg="del">
        <pc:chgData name="Upeksha Gihan" userId="93566b40-4d0f-4283-afd7-b305329c9ad8" providerId="ADAL" clId="{58E778A0-8E2A-4731-A55D-111831DA9A94}" dt="2025-05-28T15:18:52.758" v="18" actId="47"/>
        <pc:sldMkLst>
          <pc:docMk/>
          <pc:sldMk cId="1511199667" sldId="328"/>
        </pc:sldMkLst>
      </pc:sldChg>
    </pc:docChg>
  </pc:docChgLst>
  <pc:docChgLst>
    <pc:chgData name="Upeksha Gihan" userId="93566b40-4d0f-4283-afd7-b305329c9ad8" providerId="ADAL" clId="{9AD1A269-D1A8-4A88-BA4D-1BADDD46BCB9}"/>
    <pc:docChg chg="undo custSel delSld modSld">
      <pc:chgData name="Upeksha Gihan" userId="93566b40-4d0f-4283-afd7-b305329c9ad8" providerId="ADAL" clId="{9AD1A269-D1A8-4A88-BA4D-1BADDD46BCB9}" dt="2024-11-03T11:41:28.111" v="80" actId="1076"/>
      <pc:docMkLst>
        <pc:docMk/>
      </pc:docMkLst>
      <pc:sldChg chg="modSp mod">
        <pc:chgData name="Upeksha Gihan" userId="93566b40-4d0f-4283-afd7-b305329c9ad8" providerId="ADAL" clId="{9AD1A269-D1A8-4A88-BA4D-1BADDD46BCB9}" dt="2024-11-03T11:41:28.111" v="80" actId="1076"/>
        <pc:sldMkLst>
          <pc:docMk/>
          <pc:sldMk cId="3327519609" sldId="256"/>
        </pc:sldMkLst>
      </pc:sldChg>
      <pc:sldChg chg="del">
        <pc:chgData name="Upeksha Gihan" userId="93566b40-4d0f-4283-afd7-b305329c9ad8" providerId="ADAL" clId="{9AD1A269-D1A8-4A88-BA4D-1BADDD46BCB9}" dt="2024-11-01T15:09:40.563" v="3" actId="47"/>
        <pc:sldMkLst>
          <pc:docMk/>
          <pc:sldMk cId="3658918294" sldId="284"/>
        </pc:sldMkLst>
      </pc:sldChg>
      <pc:sldChg chg="modSp mod">
        <pc:chgData name="Upeksha Gihan" userId="93566b40-4d0f-4283-afd7-b305329c9ad8" providerId="ADAL" clId="{9AD1A269-D1A8-4A88-BA4D-1BADDD46BCB9}" dt="2024-11-01T17:00:53.038" v="56" actId="13926"/>
        <pc:sldMkLst>
          <pc:docMk/>
          <pc:sldMk cId="3572187591" sldId="287"/>
        </pc:sldMkLst>
      </pc:sldChg>
      <pc:sldChg chg="modSp mod">
        <pc:chgData name="Upeksha Gihan" userId="93566b40-4d0f-4283-afd7-b305329c9ad8" providerId="ADAL" clId="{9AD1A269-D1A8-4A88-BA4D-1BADDD46BCB9}" dt="2024-11-01T17:01:13.658" v="58" actId="13926"/>
        <pc:sldMkLst>
          <pc:docMk/>
          <pc:sldMk cId="2921930261" sldId="288"/>
        </pc:sldMkLst>
      </pc:sldChg>
      <pc:sldChg chg="modSp mod">
        <pc:chgData name="Upeksha Gihan" userId="93566b40-4d0f-4283-afd7-b305329c9ad8" providerId="ADAL" clId="{9AD1A269-D1A8-4A88-BA4D-1BADDD46BCB9}" dt="2024-11-01T17:02:51.626" v="75" actId="13926"/>
        <pc:sldMkLst>
          <pc:docMk/>
          <pc:sldMk cId="1730768421" sldId="289"/>
        </pc:sldMkLst>
      </pc:sldChg>
      <pc:sldChg chg="del">
        <pc:chgData name="Upeksha Gihan" userId="93566b40-4d0f-4283-afd7-b305329c9ad8" providerId="ADAL" clId="{9AD1A269-D1A8-4A88-BA4D-1BADDD46BCB9}" dt="2024-11-01T15:09:34.631" v="0" actId="47"/>
        <pc:sldMkLst>
          <pc:docMk/>
          <pc:sldMk cId="726259248" sldId="290"/>
        </pc:sldMkLst>
      </pc:sldChg>
      <pc:sldChg chg="del">
        <pc:chgData name="Upeksha Gihan" userId="93566b40-4d0f-4283-afd7-b305329c9ad8" providerId="ADAL" clId="{9AD1A269-D1A8-4A88-BA4D-1BADDD46BCB9}" dt="2024-11-01T15:09:39.068" v="2" actId="47"/>
        <pc:sldMkLst>
          <pc:docMk/>
          <pc:sldMk cId="947125407" sldId="291"/>
        </pc:sldMkLst>
      </pc:sldChg>
      <pc:sldChg chg="del">
        <pc:chgData name="Upeksha Gihan" userId="93566b40-4d0f-4283-afd7-b305329c9ad8" providerId="ADAL" clId="{9AD1A269-D1A8-4A88-BA4D-1BADDD46BCB9}" dt="2024-11-01T15:09:34.631" v="0" actId="47"/>
        <pc:sldMkLst>
          <pc:docMk/>
          <pc:sldMk cId="2422348106" sldId="293"/>
        </pc:sldMkLst>
      </pc:sldChg>
      <pc:sldChg chg="del">
        <pc:chgData name="Upeksha Gihan" userId="93566b40-4d0f-4283-afd7-b305329c9ad8" providerId="ADAL" clId="{9AD1A269-D1A8-4A88-BA4D-1BADDD46BCB9}" dt="2024-11-01T15:09:36.648" v="1" actId="47"/>
        <pc:sldMkLst>
          <pc:docMk/>
          <pc:sldMk cId="528476495" sldId="294"/>
        </pc:sldMkLst>
      </pc:sldChg>
      <pc:sldChg chg="modSp">
        <pc:chgData name="Upeksha Gihan" userId="93566b40-4d0f-4283-afd7-b305329c9ad8" providerId="ADAL" clId="{9AD1A269-D1A8-4A88-BA4D-1BADDD46BCB9}" dt="2024-11-01T17:00:09.589" v="35" actId="13926"/>
        <pc:sldMkLst>
          <pc:docMk/>
          <pc:sldMk cId="4243422985" sldId="295"/>
        </pc:sldMkLst>
      </pc:sldChg>
      <pc:sldChg chg="modSp mod">
        <pc:chgData name="Upeksha Gihan" userId="93566b40-4d0f-4283-afd7-b305329c9ad8" providerId="ADAL" clId="{9AD1A269-D1A8-4A88-BA4D-1BADDD46BCB9}" dt="2024-11-01T17:00:34.529" v="54" actId="20577"/>
        <pc:sldMkLst>
          <pc:docMk/>
          <pc:sldMk cId="3739887886" sldId="299"/>
        </pc:sldMkLst>
      </pc:sldChg>
      <pc:sldChg chg="modSp mod">
        <pc:chgData name="Upeksha Gihan" userId="93566b40-4d0f-4283-afd7-b305329c9ad8" providerId="ADAL" clId="{9AD1A269-D1A8-4A88-BA4D-1BADDD46BCB9}" dt="2024-11-01T16:57:11.142" v="22" actId="27636"/>
        <pc:sldMkLst>
          <pc:docMk/>
          <pc:sldMk cId="2574551902" sldId="300"/>
        </pc:sldMkLst>
      </pc:sldChg>
      <pc:sldChg chg="modSp mod">
        <pc:chgData name="Upeksha Gihan" userId="93566b40-4d0f-4283-afd7-b305329c9ad8" providerId="ADAL" clId="{9AD1A269-D1A8-4A88-BA4D-1BADDD46BCB9}" dt="2024-11-01T16:58:24.751" v="28" actId="13926"/>
        <pc:sldMkLst>
          <pc:docMk/>
          <pc:sldMk cId="475065301" sldId="301"/>
        </pc:sldMkLst>
      </pc:sldChg>
      <pc:sldChg chg="modSp mod">
        <pc:chgData name="Upeksha Gihan" userId="93566b40-4d0f-4283-afd7-b305329c9ad8" providerId="ADAL" clId="{9AD1A269-D1A8-4A88-BA4D-1BADDD46BCB9}" dt="2024-11-01T17:01:03.888" v="57" actId="13926"/>
        <pc:sldMkLst>
          <pc:docMk/>
          <pc:sldMk cId="2928149997" sldId="302"/>
        </pc:sldMkLst>
      </pc:sldChg>
    </pc:docChg>
  </pc:docChgLst>
  <pc:docChgLst>
    <pc:chgData name="Upeksha Gihan" userId="93566b40-4d0f-4283-afd7-b305329c9ad8" providerId="ADAL" clId="{B51E43F8-5E3B-4625-9100-A0F7D3A849EE}"/>
    <pc:docChg chg="undo custSel addSld delSld modSld sldOrd">
      <pc:chgData name="Upeksha Gihan" userId="93566b40-4d0f-4283-afd7-b305329c9ad8" providerId="ADAL" clId="{B51E43F8-5E3B-4625-9100-A0F7D3A849EE}" dt="2025-03-16T18:27:19.688" v="5170" actId="14734"/>
      <pc:docMkLst>
        <pc:docMk/>
      </pc:docMkLst>
      <pc:sldChg chg="modSp mod">
        <pc:chgData name="Upeksha Gihan" userId="93566b40-4d0f-4283-afd7-b305329c9ad8" providerId="ADAL" clId="{B51E43F8-5E3B-4625-9100-A0F7D3A849EE}" dt="2025-03-05T15:41:19.870" v="3999" actId="1076"/>
        <pc:sldMkLst>
          <pc:docMk/>
          <pc:sldMk cId="3327519609" sldId="256"/>
        </pc:sldMkLst>
      </pc:sldChg>
      <pc:sldChg chg="del">
        <pc:chgData name="Upeksha Gihan" userId="93566b40-4d0f-4283-afd7-b305329c9ad8" providerId="ADAL" clId="{B51E43F8-5E3B-4625-9100-A0F7D3A849EE}" dt="2025-03-03T18:20:04.621" v="409" actId="47"/>
        <pc:sldMkLst>
          <pc:docMk/>
          <pc:sldMk cId="859718381" sldId="286"/>
        </pc:sldMkLst>
      </pc:sldChg>
      <pc:sldChg chg="addSp delSp modSp del mod chgLayout">
        <pc:chgData name="Upeksha Gihan" userId="93566b40-4d0f-4283-afd7-b305329c9ad8" providerId="ADAL" clId="{B51E43F8-5E3B-4625-9100-A0F7D3A849EE}" dt="2025-03-04T15:16:29.745" v="1205" actId="47"/>
        <pc:sldMkLst>
          <pc:docMk/>
          <pc:sldMk cId="3572187591" sldId="287"/>
        </pc:sldMkLst>
      </pc:sldChg>
      <pc:sldChg chg="addSp modSp del">
        <pc:chgData name="Upeksha Gihan" userId="93566b40-4d0f-4283-afd7-b305329c9ad8" providerId="ADAL" clId="{B51E43F8-5E3B-4625-9100-A0F7D3A849EE}" dt="2025-03-03T18:19:47.253" v="407" actId="47"/>
        <pc:sldMkLst>
          <pc:docMk/>
          <pc:sldMk cId="2921930261" sldId="288"/>
        </pc:sldMkLst>
      </pc:sldChg>
      <pc:sldChg chg="del">
        <pc:chgData name="Upeksha Gihan" userId="93566b40-4d0f-4283-afd7-b305329c9ad8" providerId="ADAL" clId="{B51E43F8-5E3B-4625-9100-A0F7D3A849EE}" dt="2025-03-03T18:19:50.496" v="408" actId="47"/>
        <pc:sldMkLst>
          <pc:docMk/>
          <pc:sldMk cId="1730768421" sldId="289"/>
        </pc:sldMkLst>
      </pc:sldChg>
      <pc:sldChg chg="modSp mod">
        <pc:chgData name="Upeksha Gihan" userId="93566b40-4d0f-4283-afd7-b305329c9ad8" providerId="ADAL" clId="{B51E43F8-5E3B-4625-9100-A0F7D3A849EE}" dt="2025-03-05T15:35:38.966" v="3969" actId="20577"/>
        <pc:sldMkLst>
          <pc:docMk/>
          <pc:sldMk cId="2981328065" sldId="292"/>
        </pc:sldMkLst>
      </pc:sldChg>
      <pc:sldChg chg="addSp delSp modSp mod">
        <pc:chgData name="Upeksha Gihan" userId="93566b40-4d0f-4283-afd7-b305329c9ad8" providerId="ADAL" clId="{B51E43F8-5E3B-4625-9100-A0F7D3A849EE}" dt="2025-03-05T14:07:17.526" v="2998"/>
        <pc:sldMkLst>
          <pc:docMk/>
          <pc:sldMk cId="4243422985" sldId="295"/>
        </pc:sldMkLst>
      </pc:sldChg>
      <pc:sldChg chg="addSp delSp modSp mod">
        <pc:chgData name="Upeksha Gihan" userId="93566b40-4d0f-4283-afd7-b305329c9ad8" providerId="ADAL" clId="{B51E43F8-5E3B-4625-9100-A0F7D3A849EE}" dt="2025-03-05T15:04:13.007" v="3230" actId="27636"/>
        <pc:sldMkLst>
          <pc:docMk/>
          <pc:sldMk cId="2853073262" sldId="297"/>
        </pc:sldMkLst>
      </pc:sldChg>
      <pc:sldChg chg="addSp delSp modSp mod">
        <pc:chgData name="Upeksha Gihan" userId="93566b40-4d0f-4283-afd7-b305329c9ad8" providerId="ADAL" clId="{B51E43F8-5E3B-4625-9100-A0F7D3A849EE}" dt="2025-03-05T08:27:06.839" v="2517" actId="1076"/>
        <pc:sldMkLst>
          <pc:docMk/>
          <pc:sldMk cId="3739887886" sldId="299"/>
        </pc:sldMkLst>
      </pc:sldChg>
      <pc:sldChg chg="modSp mod">
        <pc:chgData name="Upeksha Gihan" userId="93566b40-4d0f-4283-afd7-b305329c9ad8" providerId="ADAL" clId="{B51E43F8-5E3B-4625-9100-A0F7D3A849EE}" dt="2025-03-05T07:46:02.518" v="2070" actId="13926"/>
        <pc:sldMkLst>
          <pc:docMk/>
          <pc:sldMk cId="2574551902" sldId="300"/>
        </pc:sldMkLst>
      </pc:sldChg>
      <pc:sldChg chg="del">
        <pc:chgData name="Upeksha Gihan" userId="93566b40-4d0f-4283-afd7-b305329c9ad8" providerId="ADAL" clId="{B51E43F8-5E3B-4625-9100-A0F7D3A849EE}" dt="2025-03-03T18:08:57.293" v="403" actId="47"/>
        <pc:sldMkLst>
          <pc:docMk/>
          <pc:sldMk cId="475065301" sldId="301"/>
        </pc:sldMkLst>
      </pc:sldChg>
      <pc:sldChg chg="addSp delSp modSp add del mod chgLayout">
        <pc:chgData name="Upeksha Gihan" userId="93566b40-4d0f-4283-afd7-b305329c9ad8" providerId="ADAL" clId="{B51E43F8-5E3B-4625-9100-A0F7D3A849EE}" dt="2025-03-05T06:46:56.970" v="1731" actId="47"/>
        <pc:sldMkLst>
          <pc:docMk/>
          <pc:sldMk cId="3333096466" sldId="301"/>
        </pc:sldMkLst>
      </pc:sldChg>
      <pc:sldChg chg="addSp delSp modSp add mod">
        <pc:chgData name="Upeksha Gihan" userId="93566b40-4d0f-4283-afd7-b305329c9ad8" providerId="ADAL" clId="{B51E43F8-5E3B-4625-9100-A0F7D3A849EE}" dt="2025-03-16T14:10:32.172" v="4362" actId="403"/>
        <pc:sldMkLst>
          <pc:docMk/>
          <pc:sldMk cId="163660405" sldId="302"/>
        </pc:sldMkLst>
      </pc:sldChg>
      <pc:sldChg chg="del">
        <pc:chgData name="Upeksha Gihan" userId="93566b40-4d0f-4283-afd7-b305329c9ad8" providerId="ADAL" clId="{B51E43F8-5E3B-4625-9100-A0F7D3A849EE}" dt="2025-03-03T18:19:47.253" v="407" actId="47"/>
        <pc:sldMkLst>
          <pc:docMk/>
          <pc:sldMk cId="2928149997" sldId="302"/>
        </pc:sldMkLst>
      </pc:sldChg>
      <pc:sldChg chg="addSp delSp modSp new del mod">
        <pc:chgData name="Upeksha Gihan" userId="93566b40-4d0f-4283-afd7-b305329c9ad8" providerId="ADAL" clId="{B51E43F8-5E3B-4625-9100-A0F7D3A849EE}" dt="2025-03-04T15:30:52.677" v="1640" actId="47"/>
        <pc:sldMkLst>
          <pc:docMk/>
          <pc:sldMk cId="1639211866" sldId="303"/>
        </pc:sldMkLst>
      </pc:sldChg>
      <pc:sldChg chg="addSp delSp modSp new mod setBg modClrScheme chgLayout">
        <pc:chgData name="Upeksha Gihan" userId="93566b40-4d0f-4283-afd7-b305329c9ad8" providerId="ADAL" clId="{B51E43F8-5E3B-4625-9100-A0F7D3A849EE}" dt="2025-03-05T06:47:37.719" v="1750" actId="1076"/>
        <pc:sldMkLst>
          <pc:docMk/>
          <pc:sldMk cId="3308921956" sldId="303"/>
        </pc:sldMkLst>
      </pc:sldChg>
      <pc:sldChg chg="new del">
        <pc:chgData name="Upeksha Gihan" userId="93566b40-4d0f-4283-afd7-b305329c9ad8" providerId="ADAL" clId="{B51E43F8-5E3B-4625-9100-A0F7D3A849EE}" dt="2025-03-05T06:44:42.512" v="1706" actId="47"/>
        <pc:sldMkLst>
          <pc:docMk/>
          <pc:sldMk cId="4155631066" sldId="303"/>
        </pc:sldMkLst>
      </pc:sldChg>
      <pc:sldChg chg="addSp delSp modSp add mod">
        <pc:chgData name="Upeksha Gihan" userId="93566b40-4d0f-4283-afd7-b305329c9ad8" providerId="ADAL" clId="{B51E43F8-5E3B-4625-9100-A0F7D3A849EE}" dt="2025-03-16T17:23:01.486" v="4583" actId="1076"/>
        <pc:sldMkLst>
          <pc:docMk/>
          <pc:sldMk cId="2690425129" sldId="304"/>
        </pc:sldMkLst>
      </pc:sldChg>
      <pc:sldChg chg="new del">
        <pc:chgData name="Upeksha Gihan" userId="93566b40-4d0f-4283-afd7-b305329c9ad8" providerId="ADAL" clId="{B51E43F8-5E3B-4625-9100-A0F7D3A849EE}" dt="2025-03-05T06:47:59.905" v="1754" actId="47"/>
        <pc:sldMkLst>
          <pc:docMk/>
          <pc:sldMk cId="3543750671" sldId="304"/>
        </pc:sldMkLst>
      </pc:sldChg>
      <pc:sldChg chg="addSp delSp modSp new del mod setBg modClrScheme chgLayout">
        <pc:chgData name="Upeksha Gihan" userId="93566b40-4d0f-4283-afd7-b305329c9ad8" providerId="ADAL" clId="{B51E43F8-5E3B-4625-9100-A0F7D3A849EE}" dt="2025-03-05T06:44:41.325" v="1705" actId="47"/>
        <pc:sldMkLst>
          <pc:docMk/>
          <pc:sldMk cId="4054788024" sldId="304"/>
        </pc:sldMkLst>
      </pc:sldChg>
      <pc:sldChg chg="addSp delSp modSp add mod">
        <pc:chgData name="Upeksha Gihan" userId="93566b40-4d0f-4283-afd7-b305329c9ad8" providerId="ADAL" clId="{B51E43F8-5E3B-4625-9100-A0F7D3A849EE}" dt="2025-03-16T17:48:51.276" v="4743" actId="20577"/>
        <pc:sldMkLst>
          <pc:docMk/>
          <pc:sldMk cId="446247917" sldId="305"/>
        </pc:sldMkLst>
      </pc:sldChg>
      <pc:sldChg chg="modSp add del mod">
        <pc:chgData name="Upeksha Gihan" userId="93566b40-4d0f-4283-afd7-b305329c9ad8" providerId="ADAL" clId="{B51E43F8-5E3B-4625-9100-A0F7D3A849EE}" dt="2025-03-05T13:58:08.500" v="2970" actId="47"/>
        <pc:sldMkLst>
          <pc:docMk/>
          <pc:sldMk cId="1317657225" sldId="306"/>
        </pc:sldMkLst>
      </pc:sldChg>
      <pc:sldChg chg="new del">
        <pc:chgData name="Upeksha Gihan" userId="93566b40-4d0f-4283-afd7-b305329c9ad8" providerId="ADAL" clId="{B51E43F8-5E3B-4625-9100-A0F7D3A849EE}" dt="2025-03-05T06:50:59.495" v="1853" actId="47"/>
        <pc:sldMkLst>
          <pc:docMk/>
          <pc:sldMk cId="1253419370" sldId="307"/>
        </pc:sldMkLst>
      </pc:sldChg>
      <pc:sldChg chg="modSp add mod">
        <pc:chgData name="Upeksha Gihan" userId="93566b40-4d0f-4283-afd7-b305329c9ad8" providerId="ADAL" clId="{B51E43F8-5E3B-4625-9100-A0F7D3A849EE}" dt="2025-03-05T08:18:04.283" v="2408" actId="13926"/>
        <pc:sldMkLst>
          <pc:docMk/>
          <pc:sldMk cId="3977758242" sldId="307"/>
        </pc:sldMkLst>
      </pc:sldChg>
      <pc:sldChg chg="addSp delSp modSp add del mod">
        <pc:chgData name="Upeksha Gihan" userId="93566b40-4d0f-4283-afd7-b305329c9ad8" providerId="ADAL" clId="{B51E43F8-5E3B-4625-9100-A0F7D3A849EE}" dt="2025-03-05T08:30:32.684" v="2539" actId="47"/>
        <pc:sldMkLst>
          <pc:docMk/>
          <pc:sldMk cId="2648521366" sldId="308"/>
        </pc:sldMkLst>
      </pc:sldChg>
      <pc:sldChg chg="new del">
        <pc:chgData name="Upeksha Gihan" userId="93566b40-4d0f-4283-afd7-b305329c9ad8" providerId="ADAL" clId="{B51E43F8-5E3B-4625-9100-A0F7D3A849EE}" dt="2025-03-05T06:55:09.020" v="1886" actId="47"/>
        <pc:sldMkLst>
          <pc:docMk/>
          <pc:sldMk cId="876991181" sldId="309"/>
        </pc:sldMkLst>
      </pc:sldChg>
      <pc:sldChg chg="addSp delSp modSp add mod ord">
        <pc:chgData name="Upeksha Gihan" userId="93566b40-4d0f-4283-afd7-b305329c9ad8" providerId="ADAL" clId="{B51E43F8-5E3B-4625-9100-A0F7D3A849EE}" dt="2025-03-05T13:39:02.921" v="2890" actId="1038"/>
        <pc:sldMkLst>
          <pc:docMk/>
          <pc:sldMk cId="3246438312" sldId="309"/>
        </pc:sldMkLst>
      </pc:sldChg>
      <pc:sldChg chg="addSp modSp add mod">
        <pc:chgData name="Upeksha Gihan" userId="93566b40-4d0f-4283-afd7-b305329c9ad8" providerId="ADAL" clId="{B51E43F8-5E3B-4625-9100-A0F7D3A849EE}" dt="2025-03-05T14:28:07.550" v="3052"/>
        <pc:sldMkLst>
          <pc:docMk/>
          <pc:sldMk cId="4045511847" sldId="310"/>
        </pc:sldMkLst>
      </pc:sldChg>
      <pc:sldChg chg="modSp new del mod">
        <pc:chgData name="Upeksha Gihan" userId="93566b40-4d0f-4283-afd7-b305329c9ad8" providerId="ADAL" clId="{B51E43F8-5E3B-4625-9100-A0F7D3A849EE}" dt="2025-03-05T14:03:30.417" v="2972" actId="47"/>
        <pc:sldMkLst>
          <pc:docMk/>
          <pc:sldMk cId="4166563041" sldId="311"/>
        </pc:sldMkLst>
      </pc:sldChg>
      <pc:sldChg chg="new del">
        <pc:chgData name="Upeksha Gihan" userId="93566b40-4d0f-4283-afd7-b305329c9ad8" providerId="ADAL" clId="{B51E43F8-5E3B-4625-9100-A0F7D3A849EE}" dt="2025-03-05T07:40:37.677" v="2028" actId="47"/>
        <pc:sldMkLst>
          <pc:docMk/>
          <pc:sldMk cId="3979313737" sldId="312"/>
        </pc:sldMkLst>
      </pc:sldChg>
      <pc:sldChg chg="modSp add del mod">
        <pc:chgData name="Upeksha Gihan" userId="93566b40-4d0f-4283-afd7-b305329c9ad8" providerId="ADAL" clId="{B51E43F8-5E3B-4625-9100-A0F7D3A849EE}" dt="2025-03-05T13:58:11.219" v="2971" actId="47"/>
        <pc:sldMkLst>
          <pc:docMk/>
          <pc:sldMk cId="2013339360" sldId="313"/>
        </pc:sldMkLst>
      </pc:sldChg>
      <pc:sldChg chg="modSp add mod">
        <pc:chgData name="Upeksha Gihan" userId="93566b40-4d0f-4283-afd7-b305329c9ad8" providerId="ADAL" clId="{B51E43F8-5E3B-4625-9100-A0F7D3A849EE}" dt="2025-03-05T08:24:01.394" v="2431" actId="13926"/>
        <pc:sldMkLst>
          <pc:docMk/>
          <pc:sldMk cId="2155487185" sldId="314"/>
        </pc:sldMkLst>
      </pc:sldChg>
      <pc:sldChg chg="addSp delSp modSp add mod">
        <pc:chgData name="Upeksha Gihan" userId="93566b40-4d0f-4283-afd7-b305329c9ad8" providerId="ADAL" clId="{B51E43F8-5E3B-4625-9100-A0F7D3A849EE}" dt="2025-03-05T13:34:54.980" v="2825" actId="115"/>
        <pc:sldMkLst>
          <pc:docMk/>
          <pc:sldMk cId="101209312" sldId="315"/>
        </pc:sldMkLst>
      </pc:sldChg>
      <pc:sldChg chg="addSp delSp modSp add mod">
        <pc:chgData name="Upeksha Gihan" userId="93566b40-4d0f-4283-afd7-b305329c9ad8" providerId="ADAL" clId="{B51E43F8-5E3B-4625-9100-A0F7D3A849EE}" dt="2025-03-05T15:15:36.313" v="3341" actId="1076"/>
        <pc:sldMkLst>
          <pc:docMk/>
          <pc:sldMk cId="4250122913" sldId="316"/>
        </pc:sldMkLst>
      </pc:sldChg>
      <pc:sldChg chg="addSp delSp modSp add mod ord">
        <pc:chgData name="Upeksha Gihan" userId="93566b40-4d0f-4283-afd7-b305329c9ad8" providerId="ADAL" clId="{B51E43F8-5E3B-4625-9100-A0F7D3A849EE}" dt="2025-03-13T20:07:26.741" v="4256" actId="1076"/>
        <pc:sldMkLst>
          <pc:docMk/>
          <pc:sldMk cId="939844410" sldId="317"/>
        </pc:sldMkLst>
      </pc:sldChg>
      <pc:sldChg chg="new del">
        <pc:chgData name="Upeksha Gihan" userId="93566b40-4d0f-4283-afd7-b305329c9ad8" providerId="ADAL" clId="{B51E43F8-5E3B-4625-9100-A0F7D3A849EE}" dt="2025-03-05T14:04:10.712" v="2974" actId="47"/>
        <pc:sldMkLst>
          <pc:docMk/>
          <pc:sldMk cId="2715966677" sldId="317"/>
        </pc:sldMkLst>
      </pc:sldChg>
      <pc:sldChg chg="modSp add mod">
        <pc:chgData name="Upeksha Gihan" userId="93566b40-4d0f-4283-afd7-b305329c9ad8" providerId="ADAL" clId="{B51E43F8-5E3B-4625-9100-A0F7D3A849EE}" dt="2025-03-05T15:04:41.941" v="3237" actId="403"/>
        <pc:sldMkLst>
          <pc:docMk/>
          <pc:sldMk cId="424239915" sldId="318"/>
        </pc:sldMkLst>
      </pc:sldChg>
      <pc:sldChg chg="new del">
        <pc:chgData name="Upeksha Gihan" userId="93566b40-4d0f-4283-afd7-b305329c9ad8" providerId="ADAL" clId="{B51E43F8-5E3B-4625-9100-A0F7D3A849EE}" dt="2025-03-05T16:17:36.406" v="4002" actId="47"/>
        <pc:sldMkLst>
          <pc:docMk/>
          <pc:sldMk cId="3257464926" sldId="319"/>
        </pc:sldMkLst>
      </pc:sldChg>
      <pc:sldChg chg="addSp delSp modSp add mod">
        <pc:chgData name="Upeksha Gihan" userId="93566b40-4d0f-4283-afd7-b305329c9ad8" providerId="ADAL" clId="{B51E43F8-5E3B-4625-9100-A0F7D3A849EE}" dt="2025-03-13T15:46:15.913" v="4098" actId="1076"/>
        <pc:sldMkLst>
          <pc:docMk/>
          <pc:sldMk cId="4236350473" sldId="320"/>
        </pc:sldMkLst>
      </pc:sldChg>
      <pc:sldChg chg="new del">
        <pc:chgData name="Upeksha Gihan" userId="93566b40-4d0f-4283-afd7-b305329c9ad8" providerId="ADAL" clId="{B51E43F8-5E3B-4625-9100-A0F7D3A849EE}" dt="2025-03-13T19:57:15.497" v="4101" actId="47"/>
        <pc:sldMkLst>
          <pc:docMk/>
          <pc:sldMk cId="222624139" sldId="321"/>
        </pc:sldMkLst>
      </pc:sldChg>
      <pc:sldChg chg="addSp delSp modSp add mod setBg">
        <pc:chgData name="Upeksha Gihan" userId="93566b40-4d0f-4283-afd7-b305329c9ad8" providerId="ADAL" clId="{B51E43F8-5E3B-4625-9100-A0F7D3A849EE}" dt="2025-03-16T11:41:36.845" v="4338" actId="1076"/>
        <pc:sldMkLst>
          <pc:docMk/>
          <pc:sldMk cId="2070345449" sldId="322"/>
        </pc:sldMkLst>
      </pc:sldChg>
      <pc:sldChg chg="addSp delSp modSp new del mod">
        <pc:chgData name="Upeksha Gihan" userId="93566b40-4d0f-4283-afd7-b305329c9ad8" providerId="ADAL" clId="{B51E43F8-5E3B-4625-9100-A0F7D3A849EE}" dt="2025-03-16T17:23:04.819" v="4584" actId="47"/>
        <pc:sldMkLst>
          <pc:docMk/>
          <pc:sldMk cId="1338316823" sldId="323"/>
        </pc:sldMkLst>
      </pc:sldChg>
      <pc:sldChg chg="addSp delSp modSp add mod">
        <pc:chgData name="Upeksha Gihan" userId="93566b40-4d0f-4283-afd7-b305329c9ad8" providerId="ADAL" clId="{B51E43F8-5E3B-4625-9100-A0F7D3A849EE}" dt="2025-03-16T17:29:03.208" v="4641" actId="1076"/>
        <pc:sldMkLst>
          <pc:docMk/>
          <pc:sldMk cId="359777670" sldId="324"/>
        </pc:sldMkLst>
      </pc:sldChg>
      <pc:sldChg chg="new del">
        <pc:chgData name="Upeksha Gihan" userId="93566b40-4d0f-4283-afd7-b305329c9ad8" providerId="ADAL" clId="{B51E43F8-5E3B-4625-9100-A0F7D3A849EE}" dt="2025-03-16T17:43:35.127" v="4675" actId="47"/>
        <pc:sldMkLst>
          <pc:docMk/>
          <pc:sldMk cId="643579814" sldId="325"/>
        </pc:sldMkLst>
      </pc:sldChg>
      <pc:sldChg chg="addSp delSp modSp add mod">
        <pc:chgData name="Upeksha Gihan" userId="93566b40-4d0f-4283-afd7-b305329c9ad8" providerId="ADAL" clId="{B51E43F8-5E3B-4625-9100-A0F7D3A849EE}" dt="2025-03-16T17:57:04.435" v="4920" actId="1035"/>
        <pc:sldMkLst>
          <pc:docMk/>
          <pc:sldMk cId="477541181" sldId="326"/>
        </pc:sldMkLst>
      </pc:sldChg>
      <pc:sldChg chg="addSp delSp modSp add mod">
        <pc:chgData name="Upeksha Gihan" userId="93566b40-4d0f-4283-afd7-b305329c9ad8" providerId="ADAL" clId="{B51E43F8-5E3B-4625-9100-A0F7D3A849EE}" dt="2025-03-16T18:13:13.671" v="4973" actId="13926"/>
        <pc:sldMkLst>
          <pc:docMk/>
          <pc:sldMk cId="3211883315" sldId="327"/>
        </pc:sldMkLst>
      </pc:sldChg>
      <pc:sldChg chg="addSp delSp modSp add mod">
        <pc:chgData name="Upeksha Gihan" userId="93566b40-4d0f-4283-afd7-b305329c9ad8" providerId="ADAL" clId="{B51E43F8-5E3B-4625-9100-A0F7D3A849EE}" dt="2025-03-16T18:27:19.688" v="5170" actId="14734"/>
        <pc:sldMkLst>
          <pc:docMk/>
          <pc:sldMk cId="1511199667" sldId="328"/>
        </pc:sldMkLst>
      </pc:sldChg>
    </pc:docChg>
  </pc:docChgLst>
  <pc:docChgLst>
    <pc:chgData name="Upeksha Gihan" userId="93566b40-4d0f-4283-afd7-b305329c9ad8" providerId="ADAL" clId="{40A9FE7D-AA07-4E61-A37B-1ADA791562DF}"/>
    <pc:docChg chg="undo redo custSel addSld delSld modSld sldOrd">
      <pc:chgData name="Upeksha Gihan" userId="93566b40-4d0f-4283-afd7-b305329c9ad8" providerId="ADAL" clId="{40A9FE7D-AA07-4E61-A37B-1ADA791562DF}" dt="2024-11-01T13:38:15.108" v="3714" actId="20577"/>
      <pc:docMkLst>
        <pc:docMk/>
      </pc:docMkLst>
      <pc:sldChg chg="modSp del mod">
        <pc:chgData name="Upeksha Gihan" userId="93566b40-4d0f-4283-afd7-b305329c9ad8" providerId="ADAL" clId="{40A9FE7D-AA07-4E61-A37B-1ADA791562DF}" dt="2024-10-30T10:05:51.719" v="392" actId="47"/>
        <pc:sldMkLst>
          <pc:docMk/>
          <pc:sldMk cId="3056058267" sldId="282"/>
        </pc:sldMkLst>
      </pc:sldChg>
      <pc:sldChg chg="addSp delSp modSp del mod">
        <pc:chgData name="Upeksha Gihan" userId="93566b40-4d0f-4283-afd7-b305329c9ad8" providerId="ADAL" clId="{40A9FE7D-AA07-4E61-A37B-1ADA791562DF}" dt="2024-10-30T10:05:50.048" v="391" actId="47"/>
        <pc:sldMkLst>
          <pc:docMk/>
          <pc:sldMk cId="1932619502" sldId="283"/>
        </pc:sldMkLst>
      </pc:sldChg>
      <pc:sldChg chg="modSp mod modShow">
        <pc:chgData name="Upeksha Gihan" userId="93566b40-4d0f-4283-afd7-b305329c9ad8" providerId="ADAL" clId="{40A9FE7D-AA07-4E61-A37B-1ADA791562DF}" dt="2024-10-30T10:36:16.268" v="703" actId="729"/>
        <pc:sldMkLst>
          <pc:docMk/>
          <pc:sldMk cId="3658918294" sldId="284"/>
        </pc:sldMkLst>
      </pc:sldChg>
      <pc:sldChg chg="modSp mod">
        <pc:chgData name="Upeksha Gihan" userId="93566b40-4d0f-4283-afd7-b305329c9ad8" providerId="ADAL" clId="{40A9FE7D-AA07-4E61-A37B-1ADA791562DF}" dt="2024-11-01T12:25:25.723" v="2965" actId="1076"/>
        <pc:sldMkLst>
          <pc:docMk/>
          <pc:sldMk cId="859718381" sldId="286"/>
        </pc:sldMkLst>
      </pc:sldChg>
      <pc:sldChg chg="addSp delSp modSp mod">
        <pc:chgData name="Upeksha Gihan" userId="93566b40-4d0f-4283-afd7-b305329c9ad8" providerId="ADAL" clId="{40A9FE7D-AA07-4E61-A37B-1ADA791562DF}" dt="2024-11-01T13:28:34.270" v="3235" actId="1076"/>
        <pc:sldMkLst>
          <pc:docMk/>
          <pc:sldMk cId="3572187591" sldId="287"/>
        </pc:sldMkLst>
      </pc:sldChg>
      <pc:sldChg chg="addSp delSp modSp mod">
        <pc:chgData name="Upeksha Gihan" userId="93566b40-4d0f-4283-afd7-b305329c9ad8" providerId="ADAL" clId="{40A9FE7D-AA07-4E61-A37B-1ADA791562DF}" dt="2024-11-01T12:54:02.807" v="3213" actId="20577"/>
        <pc:sldMkLst>
          <pc:docMk/>
          <pc:sldMk cId="2921930261" sldId="288"/>
        </pc:sldMkLst>
      </pc:sldChg>
      <pc:sldChg chg="modSp mod">
        <pc:chgData name="Upeksha Gihan" userId="93566b40-4d0f-4283-afd7-b305329c9ad8" providerId="ADAL" clId="{40A9FE7D-AA07-4E61-A37B-1ADA791562DF}" dt="2024-11-01T13:36:25.129" v="3703" actId="20577"/>
        <pc:sldMkLst>
          <pc:docMk/>
          <pc:sldMk cId="1730768421" sldId="289"/>
        </pc:sldMkLst>
      </pc:sldChg>
      <pc:sldChg chg="add mod modShow">
        <pc:chgData name="Upeksha Gihan" userId="93566b40-4d0f-4283-afd7-b305329c9ad8" providerId="ADAL" clId="{40A9FE7D-AA07-4E61-A37B-1ADA791562DF}" dt="2024-10-30T09:54:00.126" v="336" actId="729"/>
        <pc:sldMkLst>
          <pc:docMk/>
          <pc:sldMk cId="726259248" sldId="290"/>
        </pc:sldMkLst>
      </pc:sldChg>
      <pc:sldChg chg="addSp delSp modSp add mod modShow">
        <pc:chgData name="Upeksha Gihan" userId="93566b40-4d0f-4283-afd7-b305329c9ad8" providerId="ADAL" clId="{40A9FE7D-AA07-4E61-A37B-1ADA791562DF}" dt="2024-10-30T10:14:56.484" v="549" actId="729"/>
        <pc:sldMkLst>
          <pc:docMk/>
          <pc:sldMk cId="947125407" sldId="291"/>
        </pc:sldMkLst>
      </pc:sldChg>
      <pc:sldChg chg="add del">
        <pc:chgData name="Upeksha Gihan" userId="93566b40-4d0f-4283-afd7-b305329c9ad8" providerId="ADAL" clId="{40A9FE7D-AA07-4E61-A37B-1ADA791562DF}" dt="2024-10-30T10:03:41.145" v="363"/>
        <pc:sldMkLst>
          <pc:docMk/>
          <pc:sldMk cId="2506045229" sldId="292"/>
        </pc:sldMkLst>
      </pc:sldChg>
      <pc:sldChg chg="modSp add mod">
        <pc:chgData name="Upeksha Gihan" userId="93566b40-4d0f-4283-afd7-b305329c9ad8" providerId="ADAL" clId="{40A9FE7D-AA07-4E61-A37B-1ADA791562DF}" dt="2024-11-01T11:19:56.570" v="2176" actId="27636"/>
        <pc:sldMkLst>
          <pc:docMk/>
          <pc:sldMk cId="2981328065" sldId="292"/>
        </pc:sldMkLst>
      </pc:sldChg>
      <pc:sldChg chg="modSp add mod modShow">
        <pc:chgData name="Upeksha Gihan" userId="93566b40-4d0f-4283-afd7-b305329c9ad8" providerId="ADAL" clId="{40A9FE7D-AA07-4E61-A37B-1ADA791562DF}" dt="2024-11-01T10:40:37.539" v="1639" actId="729"/>
        <pc:sldMkLst>
          <pc:docMk/>
          <pc:sldMk cId="2422348106" sldId="293"/>
        </pc:sldMkLst>
      </pc:sldChg>
      <pc:sldChg chg="addSp delSp modSp add mod modShow">
        <pc:chgData name="Upeksha Gihan" userId="93566b40-4d0f-4283-afd7-b305329c9ad8" providerId="ADAL" clId="{40A9FE7D-AA07-4E61-A37B-1ADA791562DF}" dt="2024-10-30T11:29:45.621" v="1243" actId="729"/>
        <pc:sldMkLst>
          <pc:docMk/>
          <pc:sldMk cId="528476495" sldId="294"/>
        </pc:sldMkLst>
      </pc:sldChg>
      <pc:sldChg chg="addSp delSp modSp add mod modShow chgLayout">
        <pc:chgData name="Upeksha Gihan" userId="93566b40-4d0f-4283-afd7-b305329c9ad8" providerId="ADAL" clId="{40A9FE7D-AA07-4E61-A37B-1ADA791562DF}" dt="2024-11-01T12:11:27.313" v="2683" actId="20577"/>
        <pc:sldMkLst>
          <pc:docMk/>
          <pc:sldMk cId="4243422985" sldId="295"/>
        </pc:sldMkLst>
      </pc:sldChg>
      <pc:sldChg chg="new del">
        <pc:chgData name="Upeksha Gihan" userId="93566b40-4d0f-4283-afd7-b305329c9ad8" providerId="ADAL" clId="{40A9FE7D-AA07-4E61-A37B-1ADA791562DF}" dt="2024-10-30T10:23:46.471" v="626" actId="47"/>
        <pc:sldMkLst>
          <pc:docMk/>
          <pc:sldMk cId="2475019783" sldId="296"/>
        </pc:sldMkLst>
      </pc:sldChg>
      <pc:sldChg chg="addSp modSp add mod">
        <pc:chgData name="Upeksha Gihan" userId="93566b40-4d0f-4283-afd7-b305329c9ad8" providerId="ADAL" clId="{40A9FE7D-AA07-4E61-A37B-1ADA791562DF}" dt="2024-11-01T13:38:15.108" v="3714" actId="20577"/>
        <pc:sldMkLst>
          <pc:docMk/>
          <pc:sldMk cId="2853073262" sldId="297"/>
        </pc:sldMkLst>
      </pc:sldChg>
      <pc:sldChg chg="addSp delSp modSp add mod">
        <pc:chgData name="Upeksha Gihan" userId="93566b40-4d0f-4283-afd7-b305329c9ad8" providerId="ADAL" clId="{40A9FE7D-AA07-4E61-A37B-1ADA791562DF}" dt="2024-10-30T10:42:39.056" v="774"/>
        <pc:sldMkLst>
          <pc:docMk/>
          <pc:sldMk cId="3128260925" sldId="298"/>
        </pc:sldMkLst>
      </pc:sldChg>
      <pc:sldChg chg="addSp delSp modSp add mod ord modShow chgLayout">
        <pc:chgData name="Upeksha Gihan" userId="93566b40-4d0f-4283-afd7-b305329c9ad8" providerId="ADAL" clId="{40A9FE7D-AA07-4E61-A37B-1ADA791562DF}" dt="2024-11-01T12:13:57.767" v="2706" actId="20577"/>
        <pc:sldMkLst>
          <pc:docMk/>
          <pc:sldMk cId="3739887886" sldId="299"/>
        </pc:sldMkLst>
      </pc:sldChg>
      <pc:sldChg chg="new del">
        <pc:chgData name="Upeksha Gihan" userId="93566b40-4d0f-4283-afd7-b305329c9ad8" providerId="ADAL" clId="{40A9FE7D-AA07-4E61-A37B-1ADA791562DF}" dt="2024-11-01T09:27:54.596" v="1606" actId="47"/>
        <pc:sldMkLst>
          <pc:docMk/>
          <pc:sldMk cId="1952588653" sldId="300"/>
        </pc:sldMkLst>
      </pc:sldChg>
      <pc:sldChg chg="modSp add mod">
        <pc:chgData name="Upeksha Gihan" userId="93566b40-4d0f-4283-afd7-b305329c9ad8" providerId="ADAL" clId="{40A9FE7D-AA07-4E61-A37B-1ADA791562DF}" dt="2024-11-01T11:19:36.425" v="2172" actId="403"/>
        <pc:sldMkLst>
          <pc:docMk/>
          <pc:sldMk cId="2574551902" sldId="300"/>
        </pc:sldMkLst>
      </pc:sldChg>
      <pc:sldChg chg="modSp add mod">
        <pc:chgData name="Upeksha Gihan" userId="93566b40-4d0f-4283-afd7-b305329c9ad8" providerId="ADAL" clId="{40A9FE7D-AA07-4E61-A37B-1ADA791562DF}" dt="2024-11-01T11:19:39.908" v="2173" actId="403"/>
        <pc:sldMkLst>
          <pc:docMk/>
          <pc:sldMk cId="475065301" sldId="301"/>
        </pc:sldMkLst>
      </pc:sldChg>
      <pc:sldChg chg="modSp add mod">
        <pc:chgData name="Upeksha Gihan" userId="93566b40-4d0f-4283-afd7-b305329c9ad8" providerId="ADAL" clId="{40A9FE7D-AA07-4E61-A37B-1ADA791562DF}" dt="2024-11-01T12:53:50.538" v="3193" actId="20577"/>
        <pc:sldMkLst>
          <pc:docMk/>
          <pc:sldMk cId="2928149997" sldId="302"/>
        </pc:sldMkLst>
      </pc:sldChg>
      <pc:sldChg chg="new del">
        <pc:chgData name="Upeksha Gihan" userId="93566b40-4d0f-4283-afd7-b305329c9ad8" providerId="ADAL" clId="{40A9FE7D-AA07-4E61-A37B-1ADA791562DF}" dt="2024-11-01T12:38:17.418" v="3151" actId="47"/>
        <pc:sldMkLst>
          <pc:docMk/>
          <pc:sldMk cId="479883733" sldId="3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B57B6-7FEA-4A1C-AC94-A7541FE54B18}" type="datetimeFigureOut">
              <a:rPr lang="en-GB" smtClean="0"/>
              <a:t>2025-05-31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9D8C68-BFE5-42BD-BF67-BCC5AB62A1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88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D8C68-BFE5-42BD-BF67-BCC5AB62A19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548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18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48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5/31/2025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808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26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92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44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49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99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86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6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98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5/31/2025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39977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92174-E35B-DA4F-91C5-A8C9AB08A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B16CACAD-850B-7166-B906-7C0B425B4356}"/>
              </a:ext>
            </a:extLst>
          </p:cNvPr>
          <p:cNvGrpSpPr/>
          <p:nvPr/>
        </p:nvGrpSpPr>
        <p:grpSpPr>
          <a:xfrm>
            <a:off x="64008" y="427219"/>
            <a:ext cx="12060936" cy="6321053"/>
            <a:chOff x="3474720" y="215394"/>
            <a:chExt cx="8394192" cy="4926596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D40AB428-5356-7F23-47DA-349E51437A04}"/>
                </a:ext>
              </a:extLst>
            </p:cNvPr>
            <p:cNvSpPr/>
            <p:nvPr/>
          </p:nvSpPr>
          <p:spPr>
            <a:xfrm>
              <a:off x="3474720" y="215394"/>
              <a:ext cx="8394192" cy="4926596"/>
            </a:xfrm>
            <a:prstGeom prst="roundRect">
              <a:avLst/>
            </a:prstGeom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553B685-6867-96AF-35AD-01F14FDB6745}"/>
                </a:ext>
              </a:extLst>
            </p:cNvPr>
            <p:cNvSpPr/>
            <p:nvPr/>
          </p:nvSpPr>
          <p:spPr>
            <a:xfrm>
              <a:off x="3648456" y="2386584"/>
              <a:ext cx="8046718" cy="1836975"/>
            </a:xfrm>
            <a:prstGeom prst="roundRect">
              <a:avLst/>
            </a:prstGeom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47A76B-53C7-E168-FD99-103BD75D8CF2}"/>
                </a:ext>
              </a:extLst>
            </p:cNvPr>
            <p:cNvSpPr txBox="1"/>
            <p:nvPr/>
          </p:nvSpPr>
          <p:spPr>
            <a:xfrm>
              <a:off x="8659285" y="665005"/>
              <a:ext cx="3035889" cy="10279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 algn="just">
                <a:lnSpc>
                  <a:spcPct val="115000"/>
                </a:lnSpc>
                <a:buFont typeface="+mj-lt"/>
                <a:buAutoNum type="arabicPeriod"/>
              </a:pPr>
              <a:r>
                <a:rPr lang="en-GB" sz="1400" i="1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Aptos" panose="020B0004020202020204" pitchFamily="34" charset="0"/>
                  <a:cs typeface="Times New Roman" panose="02020603050405020304" pitchFamily="18" charset="0"/>
                </a:rPr>
                <a:t>How are the past customers distributed among the delivery area? </a:t>
              </a:r>
            </a:p>
            <a:p>
              <a:pPr marL="342900" lvl="0" indent="-342900" algn="just">
                <a:lnSpc>
                  <a:spcPct val="115000"/>
                </a:lnSpc>
                <a:buFont typeface="+mj-lt"/>
                <a:buAutoNum type="arabicPeriod"/>
              </a:pPr>
              <a:r>
                <a:rPr lang="en-GB" sz="1400" i="1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Aptos" panose="020B0004020202020204" pitchFamily="34" charset="0"/>
                  <a:cs typeface="Times New Roman" panose="02020603050405020304" pitchFamily="18" charset="0"/>
                </a:rPr>
                <a:t>What are the different zones of the delivery area?</a:t>
              </a:r>
            </a:p>
            <a:p>
              <a:pPr marL="342900" lvl="0" indent="-342900" algn="just">
                <a:lnSpc>
                  <a:spcPct val="115000"/>
                </a:lnSpc>
                <a:buFont typeface="+mj-lt"/>
                <a:buAutoNum type="arabicPeriod"/>
              </a:pPr>
              <a:r>
                <a:rPr lang="en-GB" sz="1400" i="1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Aptos" panose="020B0004020202020204" pitchFamily="34" charset="0"/>
                  <a:cs typeface="Times New Roman" panose="02020603050405020304" pitchFamily="18" charset="0"/>
                </a:rPr>
                <a:t>How can the restaurant be expanded to other zones of the delivery? 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8D8DDAE-0032-EE18-DF64-42DE86962F19}"/>
                </a:ext>
              </a:extLst>
            </p:cNvPr>
            <p:cNvGrpSpPr/>
            <p:nvPr/>
          </p:nvGrpSpPr>
          <p:grpSpPr>
            <a:xfrm>
              <a:off x="6879253" y="549609"/>
              <a:ext cx="1627796" cy="1290508"/>
              <a:chOff x="859536" y="1188720"/>
              <a:chExt cx="2176272" cy="1609344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99B5F222-EA43-8B55-482F-82F8860FFAB1}"/>
                  </a:ext>
                </a:extLst>
              </p:cNvPr>
              <p:cNvSpPr/>
              <p:nvPr/>
            </p:nvSpPr>
            <p:spPr>
              <a:xfrm>
                <a:off x="859536" y="1188720"/>
                <a:ext cx="2176272" cy="1609344"/>
              </a:xfrm>
              <a:prstGeom prst="roundRect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E865AA2F-B36D-8160-8E27-3CBFFF9315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47863" y="1446657"/>
                <a:ext cx="1606536" cy="109084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FFAE1AF-99C0-A912-5795-CCA96608E4B7}"/>
                </a:ext>
              </a:extLst>
            </p:cNvPr>
            <p:cNvGrpSpPr/>
            <p:nvPr/>
          </p:nvGrpSpPr>
          <p:grpSpPr>
            <a:xfrm>
              <a:off x="3846576" y="2659762"/>
              <a:ext cx="1627795" cy="1290507"/>
              <a:chOff x="5004405" y="1258824"/>
              <a:chExt cx="2176272" cy="1609344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A70CF81A-C375-ABC6-BF4B-B742903F6DBC}"/>
                  </a:ext>
                </a:extLst>
              </p:cNvPr>
              <p:cNvSpPr/>
              <p:nvPr/>
            </p:nvSpPr>
            <p:spPr>
              <a:xfrm>
                <a:off x="5004405" y="1258824"/>
                <a:ext cx="2176272" cy="1609344"/>
              </a:xfrm>
              <a:prstGeom prst="roundRect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079DD96-209E-979D-131B-6E0952B055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36894" y="1523496"/>
                <a:ext cx="1711294" cy="108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67073F8-C8C6-28CB-8D9E-E9787FC92201}"/>
                </a:ext>
              </a:extLst>
            </p:cNvPr>
            <p:cNvGrpSpPr/>
            <p:nvPr/>
          </p:nvGrpSpPr>
          <p:grpSpPr>
            <a:xfrm>
              <a:off x="5845982" y="2660681"/>
              <a:ext cx="1627795" cy="1290507"/>
              <a:chOff x="2480376" y="3703321"/>
              <a:chExt cx="2176272" cy="1609344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B009D58-EFA6-D4BF-1738-A4335F52BCFC}"/>
                  </a:ext>
                </a:extLst>
              </p:cNvPr>
              <p:cNvSpPr/>
              <p:nvPr/>
            </p:nvSpPr>
            <p:spPr>
              <a:xfrm>
                <a:off x="2480376" y="3703321"/>
                <a:ext cx="2176272" cy="1609344"/>
              </a:xfrm>
              <a:prstGeom prst="roundRect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F0653DAA-A8C6-7940-4CFD-F56A0D6CE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81259" y="3968666"/>
                <a:ext cx="1774506" cy="108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F76F185-AED9-43E9-A006-14C994AEE283}"/>
                </a:ext>
              </a:extLst>
            </p:cNvPr>
            <p:cNvGrpSpPr/>
            <p:nvPr/>
          </p:nvGrpSpPr>
          <p:grpSpPr>
            <a:xfrm>
              <a:off x="9844794" y="2659762"/>
              <a:ext cx="1627795" cy="1290507"/>
              <a:chOff x="5636517" y="3676059"/>
              <a:chExt cx="2176272" cy="1609344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08D800DF-BB2D-BC8A-0ADA-11F63045BDFB}"/>
                  </a:ext>
                </a:extLst>
              </p:cNvPr>
              <p:cNvSpPr/>
              <p:nvPr/>
            </p:nvSpPr>
            <p:spPr>
              <a:xfrm>
                <a:off x="5636517" y="3676059"/>
                <a:ext cx="2176272" cy="1609344"/>
              </a:xfrm>
              <a:prstGeom prst="roundRect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29BFDEB8-8FB8-2006-4368-7D240817E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04421" y="3940731"/>
                <a:ext cx="1840464" cy="108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EDC0361-C2E3-A898-0A69-B083DAA22A0E}"/>
                </a:ext>
              </a:extLst>
            </p:cNvPr>
            <p:cNvGrpSpPr/>
            <p:nvPr/>
          </p:nvGrpSpPr>
          <p:grpSpPr>
            <a:xfrm>
              <a:off x="7845388" y="2660681"/>
              <a:ext cx="1627795" cy="1290507"/>
              <a:chOff x="8439216" y="2093976"/>
              <a:chExt cx="2176272" cy="1609344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9CDF3A0B-4F66-691D-35AD-502D97254F5D}"/>
                  </a:ext>
                </a:extLst>
              </p:cNvPr>
              <p:cNvSpPr/>
              <p:nvPr/>
            </p:nvSpPr>
            <p:spPr>
              <a:xfrm>
                <a:off x="8439216" y="2093976"/>
                <a:ext cx="2176272" cy="1609344"/>
              </a:xfrm>
              <a:prstGeom prst="roundRect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25" name="Picture 24" descr="A black bicycle with a black bag&#10;&#10;AI-generated content may be incorrect.">
                <a:extLst>
                  <a:ext uri="{FF2B5EF4-FFF2-40B4-BE49-F238E27FC236}">
                    <a16:creationId xmlns:a16="http://schemas.microsoft.com/office/drawing/2014/main" id="{D5F5684A-48CD-7F1C-9D95-FD8FB96F7C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41326" y="2537503"/>
                <a:ext cx="1064652" cy="72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26" name="Picture 25" descr="A white bike with a black cover&#10;&#10;AI-generated content may be incorrect.">
                <a:extLst>
                  <a:ext uri="{FF2B5EF4-FFF2-40B4-BE49-F238E27FC236}">
                    <a16:creationId xmlns:a16="http://schemas.microsoft.com/office/drawing/2014/main" id="{81836532-C1C3-BC8C-92F0-7C07BF4B48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22788" y="2537503"/>
                <a:ext cx="775889" cy="72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2873120-26BA-7A19-8B27-C0B2160FFF87}"/>
                </a:ext>
              </a:extLst>
            </p:cNvPr>
            <p:cNvCxnSpPr/>
            <p:nvPr/>
          </p:nvCxnSpPr>
          <p:spPr>
            <a:xfrm>
              <a:off x="7680960" y="1956816"/>
              <a:ext cx="0" cy="3383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B24A5CB-4C33-7A84-B002-E8BE94366461}"/>
                </a:ext>
              </a:extLst>
            </p:cNvPr>
            <p:cNvSpPr txBox="1"/>
            <p:nvPr/>
          </p:nvSpPr>
          <p:spPr>
            <a:xfrm>
              <a:off x="7680960" y="1967602"/>
              <a:ext cx="855534" cy="22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300" b="1" dirty="0"/>
                <a:t>For each zone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B724F2F-D614-6AB2-2A7D-B5BB10CBF4DE}"/>
                </a:ext>
              </a:extLst>
            </p:cNvPr>
            <p:cNvCxnSpPr/>
            <p:nvPr/>
          </p:nvCxnSpPr>
          <p:spPr>
            <a:xfrm>
              <a:off x="5568696" y="3305015"/>
              <a:ext cx="2011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0586177-5DD6-96F9-E727-E5E22D267CF0}"/>
                </a:ext>
              </a:extLst>
            </p:cNvPr>
            <p:cNvCxnSpPr/>
            <p:nvPr/>
          </p:nvCxnSpPr>
          <p:spPr>
            <a:xfrm>
              <a:off x="7578607" y="3305015"/>
              <a:ext cx="2011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850418B-31DE-2219-8236-3D5E35746078}"/>
                </a:ext>
              </a:extLst>
            </p:cNvPr>
            <p:cNvCxnSpPr/>
            <p:nvPr/>
          </p:nvCxnSpPr>
          <p:spPr>
            <a:xfrm>
              <a:off x="9570720" y="3305015"/>
              <a:ext cx="2011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AA3834A-E33B-63E3-8107-50A8FEB904B2}"/>
                </a:ext>
              </a:extLst>
            </p:cNvPr>
            <p:cNvSpPr txBox="1"/>
            <p:nvPr/>
          </p:nvSpPr>
          <p:spPr>
            <a:xfrm>
              <a:off x="7092326" y="312415"/>
              <a:ext cx="1201648" cy="23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Cluster into zones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D5A7ED1-2C21-AE9F-DA60-9262A4ABDB78}"/>
                </a:ext>
              </a:extLst>
            </p:cNvPr>
            <p:cNvSpPr txBox="1"/>
            <p:nvPr/>
          </p:nvSpPr>
          <p:spPr>
            <a:xfrm>
              <a:off x="3951939" y="2416630"/>
              <a:ext cx="1417068" cy="239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b="1" dirty="0"/>
                <a:t>Forecast the deliveries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0A666F5-94BB-01E0-2415-265852CDE5B2}"/>
                </a:ext>
              </a:extLst>
            </p:cNvPr>
            <p:cNvSpPr txBox="1"/>
            <p:nvPr/>
          </p:nvSpPr>
          <p:spPr>
            <a:xfrm>
              <a:off x="5924904" y="2413759"/>
              <a:ext cx="1469950" cy="239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b="1" dirty="0"/>
                <a:t>Generate new locations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6AFC1BF-6711-8BAA-F4C4-D5AC7DFE2CC7}"/>
                </a:ext>
              </a:extLst>
            </p:cNvPr>
            <p:cNvSpPr txBox="1"/>
            <p:nvPr/>
          </p:nvSpPr>
          <p:spPr>
            <a:xfrm>
              <a:off x="7990558" y="2409963"/>
              <a:ext cx="1337455" cy="239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b="1" dirty="0"/>
                <a:t>Choose E-Bike model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AD1B30C-7EB4-E550-7809-EBA269480F4F}"/>
                </a:ext>
              </a:extLst>
            </p:cNvPr>
            <p:cNvSpPr txBox="1"/>
            <p:nvPr/>
          </p:nvSpPr>
          <p:spPr>
            <a:xfrm>
              <a:off x="9954641" y="2422542"/>
              <a:ext cx="1408099" cy="239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b="1" dirty="0"/>
                <a:t>Optimize delivery fleet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044D914-E7A3-AB07-C877-55618C30B4AA}"/>
                </a:ext>
              </a:extLst>
            </p:cNvPr>
            <p:cNvSpPr txBox="1"/>
            <p:nvPr/>
          </p:nvSpPr>
          <p:spPr>
            <a:xfrm>
              <a:off x="4576509" y="4286483"/>
              <a:ext cx="6318628" cy="834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just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 startAt="4"/>
                <a:tabLst/>
                <a:defRPr/>
              </a:pPr>
              <a:r>
                <a:rPr kumimoji="0" lang="en-GB" sz="1400" b="0" i="1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Aptos" panose="020B0004020202020204" pitchFamily="34" charset="0"/>
                  <a:cs typeface="Times New Roman" panose="02020603050405020304" pitchFamily="18" charset="0"/>
                </a:rPr>
                <a:t>How much will be the demand for the next day? </a:t>
              </a:r>
            </a:p>
            <a:p>
              <a:pPr marL="342900" marR="0" lvl="0" indent="-342900" algn="just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 startAt="4"/>
                <a:tabLst/>
                <a:defRPr/>
              </a:pPr>
              <a:r>
                <a:rPr kumimoji="0" lang="en-GB" sz="1400" b="0" i="1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Aptos" panose="020B0004020202020204" pitchFamily="34" charset="0"/>
                  <a:cs typeface="Times New Roman" panose="02020603050405020304" pitchFamily="18" charset="0"/>
                </a:rPr>
                <a:t>How much E-Bikes will be needed as optimized fleet is required for the predicted demand?</a:t>
              </a:r>
            </a:p>
            <a:p>
              <a:pPr marL="342900" marR="0" lvl="0" indent="-342900" algn="just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 startAt="4"/>
                <a:tabLst/>
                <a:defRPr/>
              </a:pPr>
              <a:r>
                <a:rPr kumimoji="0" lang="en-GB" sz="1400" b="0" i="1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Aptos" panose="020B0004020202020204" pitchFamily="34" charset="0"/>
                  <a:cs typeface="Times New Roman" panose="02020603050405020304" pitchFamily="18" charset="0"/>
                </a:rPr>
                <a:t>What is the best E-Bike model from different providers?</a:t>
              </a:r>
            </a:p>
            <a:p>
              <a:pPr marL="342900" marR="0" lvl="0" indent="-342900" algn="just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+mj-lt"/>
                <a:buAutoNum type="arabicPeriod" startAt="4"/>
                <a:tabLst/>
                <a:defRPr/>
              </a:pPr>
              <a:r>
                <a:rPr kumimoji="0" lang="en-GB" sz="1400" b="0" i="1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Aptos" panose="020B0004020202020204" pitchFamily="34" charset="0"/>
                  <a:cs typeface="Times New Roman" panose="02020603050405020304" pitchFamily="18" charset="0"/>
                </a:rPr>
                <a:t>How much Energy will be consumed, and CO2 Emissions will be saved by choosing the best E-Bike model?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82CD6FA9-A3C7-A0A7-B474-72C889497DCC}"/>
              </a:ext>
            </a:extLst>
          </p:cNvPr>
          <p:cNvSpPr txBox="1"/>
          <p:nvPr/>
        </p:nvSpPr>
        <p:spPr>
          <a:xfrm>
            <a:off x="0" y="0"/>
            <a:ext cx="11875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Enhancing Restaurant Delivery Through Predictive and Sustainable Practices </a:t>
            </a:r>
          </a:p>
        </p:txBody>
      </p:sp>
    </p:spTree>
    <p:extLst>
      <p:ext uri="{BB962C8B-B14F-4D97-AF65-F5344CB8AC3E}">
        <p14:creationId xmlns:p14="http://schemas.microsoft.com/office/powerpoint/2010/main" val="2574551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2324</TotalTime>
  <Words>118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Upeksha Senanayake</dc:creator>
  <cp:lastModifiedBy>Upeksha Gihan</cp:lastModifiedBy>
  <cp:revision>17</cp:revision>
  <dcterms:created xsi:type="dcterms:W3CDTF">2024-07-21T11:08:12Z</dcterms:created>
  <dcterms:modified xsi:type="dcterms:W3CDTF">2025-05-31T17:49:15Z</dcterms:modified>
</cp:coreProperties>
</file>