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300" r:id="rId3"/>
    <p:sldId id="301" r:id="rId4"/>
    <p:sldId id="292" r:id="rId5"/>
    <p:sldId id="295" r:id="rId6"/>
    <p:sldId id="298" r:id="rId7"/>
    <p:sldId id="299" r:id="rId8"/>
    <p:sldId id="286" r:id="rId9"/>
    <p:sldId id="287" r:id="rId10"/>
    <p:sldId id="302" r:id="rId11"/>
    <p:sldId id="288" r:id="rId12"/>
    <p:sldId id="289" r:id="rId13"/>
    <p:sldId id="297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D1A269-D1A8-4A88-BA4D-1BADDD46BCB9}" v="9" dt="2024-11-01T17:02:03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eksha Gihan" userId="93566b40-4d0f-4283-afd7-b305329c9ad8" providerId="ADAL" clId="{9AD1A269-D1A8-4A88-BA4D-1BADDD46BCB9}"/>
    <pc:docChg chg="undo custSel delSld modSld">
      <pc:chgData name="Upeksha Gihan" userId="93566b40-4d0f-4283-afd7-b305329c9ad8" providerId="ADAL" clId="{9AD1A269-D1A8-4A88-BA4D-1BADDD46BCB9}" dt="2024-11-03T11:41:28.111" v="80" actId="1076"/>
      <pc:docMkLst>
        <pc:docMk/>
      </pc:docMkLst>
      <pc:sldChg chg="modSp mod">
        <pc:chgData name="Upeksha Gihan" userId="93566b40-4d0f-4283-afd7-b305329c9ad8" providerId="ADAL" clId="{9AD1A269-D1A8-4A88-BA4D-1BADDD46BCB9}" dt="2024-11-03T11:41:28.111" v="80" actId="1076"/>
        <pc:sldMkLst>
          <pc:docMk/>
          <pc:sldMk cId="3327519609" sldId="256"/>
        </pc:sldMkLst>
        <pc:spChg chg="mod">
          <ac:chgData name="Upeksha Gihan" userId="93566b40-4d0f-4283-afd7-b305329c9ad8" providerId="ADAL" clId="{9AD1A269-D1A8-4A88-BA4D-1BADDD46BCB9}" dt="2024-11-03T11:41:28.111" v="80" actId="1076"/>
          <ac:spMkLst>
            <pc:docMk/>
            <pc:sldMk cId="3327519609" sldId="256"/>
            <ac:spMk id="3" creationId="{18F44A9D-F1E2-A2F2-2F10-8BB90E1D7AB4}"/>
          </ac:spMkLst>
        </pc:spChg>
      </pc:sldChg>
      <pc:sldChg chg="del">
        <pc:chgData name="Upeksha Gihan" userId="93566b40-4d0f-4283-afd7-b305329c9ad8" providerId="ADAL" clId="{9AD1A269-D1A8-4A88-BA4D-1BADDD46BCB9}" dt="2024-11-01T15:09:40.563" v="3" actId="47"/>
        <pc:sldMkLst>
          <pc:docMk/>
          <pc:sldMk cId="3658918294" sldId="284"/>
        </pc:sldMkLst>
      </pc:sldChg>
      <pc:sldChg chg="modSp mod">
        <pc:chgData name="Upeksha Gihan" userId="93566b40-4d0f-4283-afd7-b305329c9ad8" providerId="ADAL" clId="{9AD1A269-D1A8-4A88-BA4D-1BADDD46BCB9}" dt="2024-11-01T17:00:53.038" v="56" actId="13926"/>
        <pc:sldMkLst>
          <pc:docMk/>
          <pc:sldMk cId="3572187591" sldId="287"/>
        </pc:sldMkLst>
        <pc:spChg chg="mod">
          <ac:chgData name="Upeksha Gihan" userId="93566b40-4d0f-4283-afd7-b305329c9ad8" providerId="ADAL" clId="{9AD1A269-D1A8-4A88-BA4D-1BADDD46BCB9}" dt="2024-11-01T17:00:53.038" v="56" actId="13926"/>
          <ac:spMkLst>
            <pc:docMk/>
            <pc:sldMk cId="3572187591" sldId="287"/>
            <ac:spMk id="3" creationId="{627EBE3E-7988-CD1A-F1F2-2EE90562A97E}"/>
          </ac:spMkLst>
        </pc:spChg>
      </pc:sldChg>
      <pc:sldChg chg="modSp mod">
        <pc:chgData name="Upeksha Gihan" userId="93566b40-4d0f-4283-afd7-b305329c9ad8" providerId="ADAL" clId="{9AD1A269-D1A8-4A88-BA4D-1BADDD46BCB9}" dt="2024-11-01T17:01:13.658" v="58" actId="13926"/>
        <pc:sldMkLst>
          <pc:docMk/>
          <pc:sldMk cId="2921930261" sldId="288"/>
        </pc:sldMkLst>
        <pc:spChg chg="mod">
          <ac:chgData name="Upeksha Gihan" userId="93566b40-4d0f-4283-afd7-b305329c9ad8" providerId="ADAL" clId="{9AD1A269-D1A8-4A88-BA4D-1BADDD46BCB9}" dt="2024-11-01T17:01:13.658" v="58" actId="13926"/>
          <ac:spMkLst>
            <pc:docMk/>
            <pc:sldMk cId="2921930261" sldId="288"/>
            <ac:spMk id="3" creationId="{AF02481F-F5C5-0F9E-68FA-0DA20F7FC198}"/>
          </ac:spMkLst>
        </pc:spChg>
      </pc:sldChg>
      <pc:sldChg chg="modSp mod">
        <pc:chgData name="Upeksha Gihan" userId="93566b40-4d0f-4283-afd7-b305329c9ad8" providerId="ADAL" clId="{9AD1A269-D1A8-4A88-BA4D-1BADDD46BCB9}" dt="2024-11-01T17:02:51.626" v="75" actId="13926"/>
        <pc:sldMkLst>
          <pc:docMk/>
          <pc:sldMk cId="1730768421" sldId="289"/>
        </pc:sldMkLst>
        <pc:spChg chg="mod">
          <ac:chgData name="Upeksha Gihan" userId="93566b40-4d0f-4283-afd7-b305329c9ad8" providerId="ADAL" clId="{9AD1A269-D1A8-4A88-BA4D-1BADDD46BCB9}" dt="2024-11-01T17:02:51.626" v="75" actId="13926"/>
          <ac:spMkLst>
            <pc:docMk/>
            <pc:sldMk cId="1730768421" sldId="289"/>
            <ac:spMk id="3" creationId="{72A772FF-C556-13EE-71AC-FEC0A0B5C587}"/>
          </ac:spMkLst>
        </pc:spChg>
      </pc:sldChg>
      <pc:sldChg chg="del">
        <pc:chgData name="Upeksha Gihan" userId="93566b40-4d0f-4283-afd7-b305329c9ad8" providerId="ADAL" clId="{9AD1A269-D1A8-4A88-BA4D-1BADDD46BCB9}" dt="2024-11-01T15:09:34.631" v="0" actId="47"/>
        <pc:sldMkLst>
          <pc:docMk/>
          <pc:sldMk cId="726259248" sldId="290"/>
        </pc:sldMkLst>
      </pc:sldChg>
      <pc:sldChg chg="del">
        <pc:chgData name="Upeksha Gihan" userId="93566b40-4d0f-4283-afd7-b305329c9ad8" providerId="ADAL" clId="{9AD1A269-D1A8-4A88-BA4D-1BADDD46BCB9}" dt="2024-11-01T15:09:39.068" v="2" actId="47"/>
        <pc:sldMkLst>
          <pc:docMk/>
          <pc:sldMk cId="947125407" sldId="291"/>
        </pc:sldMkLst>
      </pc:sldChg>
      <pc:sldChg chg="del">
        <pc:chgData name="Upeksha Gihan" userId="93566b40-4d0f-4283-afd7-b305329c9ad8" providerId="ADAL" clId="{9AD1A269-D1A8-4A88-BA4D-1BADDD46BCB9}" dt="2024-11-01T15:09:34.631" v="0" actId="47"/>
        <pc:sldMkLst>
          <pc:docMk/>
          <pc:sldMk cId="2422348106" sldId="293"/>
        </pc:sldMkLst>
      </pc:sldChg>
      <pc:sldChg chg="del">
        <pc:chgData name="Upeksha Gihan" userId="93566b40-4d0f-4283-afd7-b305329c9ad8" providerId="ADAL" clId="{9AD1A269-D1A8-4A88-BA4D-1BADDD46BCB9}" dt="2024-11-01T15:09:36.648" v="1" actId="47"/>
        <pc:sldMkLst>
          <pc:docMk/>
          <pc:sldMk cId="528476495" sldId="294"/>
        </pc:sldMkLst>
      </pc:sldChg>
      <pc:sldChg chg="modSp">
        <pc:chgData name="Upeksha Gihan" userId="93566b40-4d0f-4283-afd7-b305329c9ad8" providerId="ADAL" clId="{9AD1A269-D1A8-4A88-BA4D-1BADDD46BCB9}" dt="2024-11-01T17:00:09.589" v="35" actId="13926"/>
        <pc:sldMkLst>
          <pc:docMk/>
          <pc:sldMk cId="4243422985" sldId="295"/>
        </pc:sldMkLst>
        <pc:graphicFrameChg chg="mod">
          <ac:chgData name="Upeksha Gihan" userId="93566b40-4d0f-4283-afd7-b305329c9ad8" providerId="ADAL" clId="{9AD1A269-D1A8-4A88-BA4D-1BADDD46BCB9}" dt="2024-11-01T17:00:09.589" v="35" actId="13926"/>
          <ac:graphicFrameMkLst>
            <pc:docMk/>
            <pc:sldMk cId="4243422985" sldId="295"/>
            <ac:graphicFrameMk id="6" creationId="{908C9509-6B4F-198E-9E3A-37CF9A4DD1FA}"/>
          </ac:graphicFrameMkLst>
        </pc:graphicFrameChg>
      </pc:sldChg>
      <pc:sldChg chg="modSp mod">
        <pc:chgData name="Upeksha Gihan" userId="93566b40-4d0f-4283-afd7-b305329c9ad8" providerId="ADAL" clId="{9AD1A269-D1A8-4A88-BA4D-1BADDD46BCB9}" dt="2024-11-01T17:00:34.529" v="54" actId="20577"/>
        <pc:sldMkLst>
          <pc:docMk/>
          <pc:sldMk cId="3739887886" sldId="299"/>
        </pc:sldMkLst>
        <pc:spChg chg="mod">
          <ac:chgData name="Upeksha Gihan" userId="93566b40-4d0f-4283-afd7-b305329c9ad8" providerId="ADAL" clId="{9AD1A269-D1A8-4A88-BA4D-1BADDD46BCB9}" dt="2024-11-01T17:00:34.529" v="54" actId="20577"/>
          <ac:spMkLst>
            <pc:docMk/>
            <pc:sldMk cId="3739887886" sldId="299"/>
            <ac:spMk id="8" creationId="{A0D05FEF-EDB6-3C10-E89D-87B835BEECC1}"/>
          </ac:spMkLst>
        </pc:spChg>
      </pc:sldChg>
      <pc:sldChg chg="modSp mod">
        <pc:chgData name="Upeksha Gihan" userId="93566b40-4d0f-4283-afd7-b305329c9ad8" providerId="ADAL" clId="{9AD1A269-D1A8-4A88-BA4D-1BADDD46BCB9}" dt="2024-11-01T16:57:11.142" v="22" actId="27636"/>
        <pc:sldMkLst>
          <pc:docMk/>
          <pc:sldMk cId="2574551902" sldId="300"/>
        </pc:sldMkLst>
        <pc:spChg chg="mod">
          <ac:chgData name="Upeksha Gihan" userId="93566b40-4d0f-4283-afd7-b305329c9ad8" providerId="ADAL" clId="{9AD1A269-D1A8-4A88-BA4D-1BADDD46BCB9}" dt="2024-11-01T16:57:11.142" v="22" actId="27636"/>
          <ac:spMkLst>
            <pc:docMk/>
            <pc:sldMk cId="2574551902" sldId="300"/>
            <ac:spMk id="3" creationId="{19DCED69-0609-B023-04C8-6256E2EC29DD}"/>
          </ac:spMkLst>
        </pc:spChg>
      </pc:sldChg>
      <pc:sldChg chg="modSp mod">
        <pc:chgData name="Upeksha Gihan" userId="93566b40-4d0f-4283-afd7-b305329c9ad8" providerId="ADAL" clId="{9AD1A269-D1A8-4A88-BA4D-1BADDD46BCB9}" dt="2024-11-01T16:58:24.751" v="28" actId="13926"/>
        <pc:sldMkLst>
          <pc:docMk/>
          <pc:sldMk cId="475065301" sldId="301"/>
        </pc:sldMkLst>
        <pc:spChg chg="mod">
          <ac:chgData name="Upeksha Gihan" userId="93566b40-4d0f-4283-afd7-b305329c9ad8" providerId="ADAL" clId="{9AD1A269-D1A8-4A88-BA4D-1BADDD46BCB9}" dt="2024-11-01T16:58:24.751" v="28" actId="13926"/>
          <ac:spMkLst>
            <pc:docMk/>
            <pc:sldMk cId="475065301" sldId="301"/>
            <ac:spMk id="3" creationId="{42641ABD-2FCB-ECE0-6D1C-C447D6AF35AD}"/>
          </ac:spMkLst>
        </pc:spChg>
      </pc:sldChg>
      <pc:sldChg chg="modSp mod">
        <pc:chgData name="Upeksha Gihan" userId="93566b40-4d0f-4283-afd7-b305329c9ad8" providerId="ADAL" clId="{9AD1A269-D1A8-4A88-BA4D-1BADDD46BCB9}" dt="2024-11-01T17:01:03.888" v="57" actId="13926"/>
        <pc:sldMkLst>
          <pc:docMk/>
          <pc:sldMk cId="2928149997" sldId="302"/>
        </pc:sldMkLst>
        <pc:spChg chg="mod">
          <ac:chgData name="Upeksha Gihan" userId="93566b40-4d0f-4283-afd7-b305329c9ad8" providerId="ADAL" clId="{9AD1A269-D1A8-4A88-BA4D-1BADDD46BCB9}" dt="2024-11-01T17:01:03.888" v="57" actId="13926"/>
          <ac:spMkLst>
            <pc:docMk/>
            <pc:sldMk cId="2928149997" sldId="302"/>
            <ac:spMk id="3" creationId="{102B5589-6C61-A919-F5AF-651E89BDFED6}"/>
          </ac:spMkLst>
        </pc:spChg>
      </pc:sldChg>
    </pc:docChg>
  </pc:docChgLst>
  <pc:docChgLst>
    <pc:chgData name="Upeksha Gihan" userId="93566b40-4d0f-4283-afd7-b305329c9ad8" providerId="ADAL" clId="{40A9FE7D-AA07-4E61-A37B-1ADA791562DF}"/>
    <pc:docChg chg="undo redo custSel addSld delSld modSld sldOrd">
      <pc:chgData name="Upeksha Gihan" userId="93566b40-4d0f-4283-afd7-b305329c9ad8" providerId="ADAL" clId="{40A9FE7D-AA07-4E61-A37B-1ADA791562DF}" dt="2024-11-01T13:38:15.108" v="3714" actId="20577"/>
      <pc:docMkLst>
        <pc:docMk/>
      </pc:docMkLst>
      <pc:sldChg chg="modSp del mod">
        <pc:chgData name="Upeksha Gihan" userId="93566b40-4d0f-4283-afd7-b305329c9ad8" providerId="ADAL" clId="{40A9FE7D-AA07-4E61-A37B-1ADA791562DF}" dt="2024-10-30T10:05:51.719" v="392" actId="47"/>
        <pc:sldMkLst>
          <pc:docMk/>
          <pc:sldMk cId="3056058267" sldId="282"/>
        </pc:sldMkLst>
        <pc:spChg chg="mod">
          <ac:chgData name="Upeksha Gihan" userId="93566b40-4d0f-4283-afd7-b305329c9ad8" providerId="ADAL" clId="{40A9FE7D-AA07-4E61-A37B-1ADA791562DF}" dt="2024-10-30T09:58:40.963" v="343" actId="1076"/>
          <ac:spMkLst>
            <pc:docMk/>
            <pc:sldMk cId="3056058267" sldId="282"/>
            <ac:spMk id="2" creationId="{B2707891-5316-28FF-CF97-E4DFEE0B726D}"/>
          </ac:spMkLst>
        </pc:spChg>
        <pc:spChg chg="mod">
          <ac:chgData name="Upeksha Gihan" userId="93566b40-4d0f-4283-afd7-b305329c9ad8" providerId="ADAL" clId="{40A9FE7D-AA07-4E61-A37B-1ADA791562DF}" dt="2024-10-30T10:05:19.460" v="385" actId="21"/>
          <ac:spMkLst>
            <pc:docMk/>
            <pc:sldMk cId="3056058267" sldId="282"/>
            <ac:spMk id="3" creationId="{949E12D0-B0E4-5D90-9329-3C73177E97C6}"/>
          </ac:spMkLst>
        </pc:spChg>
      </pc:sldChg>
      <pc:sldChg chg="addSp delSp modSp del mod">
        <pc:chgData name="Upeksha Gihan" userId="93566b40-4d0f-4283-afd7-b305329c9ad8" providerId="ADAL" clId="{40A9FE7D-AA07-4E61-A37B-1ADA791562DF}" dt="2024-10-30T10:05:50.048" v="391" actId="47"/>
        <pc:sldMkLst>
          <pc:docMk/>
          <pc:sldMk cId="1932619502" sldId="283"/>
        </pc:sldMkLst>
        <pc:spChg chg="mod">
          <ac:chgData name="Upeksha Gihan" userId="93566b40-4d0f-4283-afd7-b305329c9ad8" providerId="ADAL" clId="{40A9FE7D-AA07-4E61-A37B-1ADA791562DF}" dt="2024-10-30T10:05:26.679" v="387" actId="20577"/>
          <ac:spMkLst>
            <pc:docMk/>
            <pc:sldMk cId="1932619502" sldId="283"/>
            <ac:spMk id="3" creationId="{DA01073F-C92C-6F79-FDE6-C49E182ED20A}"/>
          </ac:spMkLst>
        </pc:spChg>
        <pc:spChg chg="add del mod">
          <ac:chgData name="Upeksha Gihan" userId="93566b40-4d0f-4283-afd7-b305329c9ad8" providerId="ADAL" clId="{40A9FE7D-AA07-4E61-A37B-1ADA791562DF}" dt="2024-10-30T10:04:41.297" v="380" actId="478"/>
          <ac:spMkLst>
            <pc:docMk/>
            <pc:sldMk cId="1932619502" sldId="283"/>
            <ac:spMk id="4" creationId="{AA004EB7-CE0D-3108-B001-E236A313C66C}"/>
          </ac:spMkLst>
        </pc:spChg>
        <pc:spChg chg="add del mod">
          <ac:chgData name="Upeksha Gihan" userId="93566b40-4d0f-4283-afd7-b305329c9ad8" providerId="ADAL" clId="{40A9FE7D-AA07-4E61-A37B-1ADA791562DF}" dt="2024-10-30T10:04:41.297" v="380" actId="478"/>
          <ac:spMkLst>
            <pc:docMk/>
            <pc:sldMk cId="1932619502" sldId="283"/>
            <ac:spMk id="5" creationId="{09DC2F8F-4BEF-6273-992C-2E82DCB4F95D}"/>
          </ac:spMkLst>
        </pc:spChg>
      </pc:sldChg>
      <pc:sldChg chg="modSp mod modShow">
        <pc:chgData name="Upeksha Gihan" userId="93566b40-4d0f-4283-afd7-b305329c9ad8" providerId="ADAL" clId="{40A9FE7D-AA07-4E61-A37B-1ADA791562DF}" dt="2024-10-30T10:36:16.268" v="703" actId="729"/>
        <pc:sldMkLst>
          <pc:docMk/>
          <pc:sldMk cId="3658918294" sldId="284"/>
        </pc:sldMkLst>
        <pc:spChg chg="mod">
          <ac:chgData name="Upeksha Gihan" userId="93566b40-4d0f-4283-afd7-b305329c9ad8" providerId="ADAL" clId="{40A9FE7D-AA07-4E61-A37B-1ADA791562DF}" dt="2024-10-30T10:35:20.649" v="694" actId="15"/>
          <ac:spMkLst>
            <pc:docMk/>
            <pc:sldMk cId="3658918294" sldId="284"/>
            <ac:spMk id="3" creationId="{08FA4677-7DC2-C826-1040-7C4AB46B6B54}"/>
          </ac:spMkLst>
        </pc:spChg>
        <pc:picChg chg="mod">
          <ac:chgData name="Upeksha Gihan" userId="93566b40-4d0f-4283-afd7-b305329c9ad8" providerId="ADAL" clId="{40A9FE7D-AA07-4E61-A37B-1ADA791562DF}" dt="2024-10-30T10:36:03.412" v="701" actId="1076"/>
          <ac:picMkLst>
            <pc:docMk/>
            <pc:sldMk cId="3658918294" sldId="284"/>
            <ac:picMk id="5" creationId="{5C76FFA4-9B85-D2E8-3C0C-2F4B2C0BA6DE}"/>
          </ac:picMkLst>
        </pc:picChg>
      </pc:sldChg>
      <pc:sldChg chg="modSp mod">
        <pc:chgData name="Upeksha Gihan" userId="93566b40-4d0f-4283-afd7-b305329c9ad8" providerId="ADAL" clId="{40A9FE7D-AA07-4E61-A37B-1ADA791562DF}" dt="2024-11-01T12:25:25.723" v="2965" actId="1076"/>
        <pc:sldMkLst>
          <pc:docMk/>
          <pc:sldMk cId="859718381" sldId="286"/>
        </pc:sldMkLst>
        <pc:spChg chg="mod">
          <ac:chgData name="Upeksha Gihan" userId="93566b40-4d0f-4283-afd7-b305329c9ad8" providerId="ADAL" clId="{40A9FE7D-AA07-4E61-A37B-1ADA791562DF}" dt="2024-10-30T10:37:46.456" v="737" actId="20577"/>
          <ac:spMkLst>
            <pc:docMk/>
            <pc:sldMk cId="859718381" sldId="286"/>
            <ac:spMk id="2" creationId="{A65DEB99-8D39-88E3-D48E-6C3F552CFF89}"/>
          </ac:spMkLst>
        </pc:spChg>
        <pc:spChg chg="mod">
          <ac:chgData name="Upeksha Gihan" userId="93566b40-4d0f-4283-afd7-b305329c9ad8" providerId="ADAL" clId="{40A9FE7D-AA07-4E61-A37B-1ADA791562DF}" dt="2024-10-30T11:08:53.131" v="1117" actId="20577"/>
          <ac:spMkLst>
            <pc:docMk/>
            <pc:sldMk cId="859718381" sldId="286"/>
            <ac:spMk id="3" creationId="{E49FC38A-EA81-F0F1-3115-B80B07EB3946}"/>
          </ac:spMkLst>
        </pc:spChg>
        <pc:picChg chg="mod">
          <ac:chgData name="Upeksha Gihan" userId="93566b40-4d0f-4283-afd7-b305329c9ad8" providerId="ADAL" clId="{40A9FE7D-AA07-4E61-A37B-1ADA791562DF}" dt="2024-11-01T12:25:25.723" v="2965" actId="1076"/>
          <ac:picMkLst>
            <pc:docMk/>
            <pc:sldMk cId="859718381" sldId="286"/>
            <ac:picMk id="9" creationId="{33235559-BED7-DF82-B138-AA411FE650A9}"/>
          </ac:picMkLst>
        </pc:picChg>
        <pc:picChg chg="mod">
          <ac:chgData name="Upeksha Gihan" userId="93566b40-4d0f-4283-afd7-b305329c9ad8" providerId="ADAL" clId="{40A9FE7D-AA07-4E61-A37B-1ADA791562DF}" dt="2024-11-01T12:25:25.723" v="2965" actId="1076"/>
          <ac:picMkLst>
            <pc:docMk/>
            <pc:sldMk cId="859718381" sldId="286"/>
            <ac:picMk id="11" creationId="{92CF9398-41A4-273E-0ED0-7F171407E1A8}"/>
          </ac:picMkLst>
        </pc:picChg>
      </pc:sldChg>
      <pc:sldChg chg="addSp delSp modSp mod">
        <pc:chgData name="Upeksha Gihan" userId="93566b40-4d0f-4283-afd7-b305329c9ad8" providerId="ADAL" clId="{40A9FE7D-AA07-4E61-A37B-1ADA791562DF}" dt="2024-11-01T13:28:34.270" v="3235" actId="1076"/>
        <pc:sldMkLst>
          <pc:docMk/>
          <pc:sldMk cId="3572187591" sldId="287"/>
        </pc:sldMkLst>
        <pc:spChg chg="mod">
          <ac:chgData name="Upeksha Gihan" userId="93566b40-4d0f-4283-afd7-b305329c9ad8" providerId="ADAL" clId="{40A9FE7D-AA07-4E61-A37B-1ADA791562DF}" dt="2024-11-01T12:54:10.066" v="3226" actId="20577"/>
          <ac:spMkLst>
            <pc:docMk/>
            <pc:sldMk cId="3572187591" sldId="287"/>
            <ac:spMk id="3" creationId="{627EBE3E-7988-CD1A-F1F2-2EE90562A97E}"/>
          </ac:spMkLst>
        </pc:spChg>
        <pc:picChg chg="del mod">
          <ac:chgData name="Upeksha Gihan" userId="93566b40-4d0f-4283-afd7-b305329c9ad8" providerId="ADAL" clId="{40A9FE7D-AA07-4E61-A37B-1ADA791562DF}" dt="2024-11-01T12:47:26.091" v="3178" actId="478"/>
          <ac:picMkLst>
            <pc:docMk/>
            <pc:sldMk cId="3572187591" sldId="287"/>
            <ac:picMk id="5" creationId="{3BF3317E-B108-2F77-93B2-5D50A10331DC}"/>
          </ac:picMkLst>
        </pc:picChg>
        <pc:picChg chg="add del mod">
          <ac:chgData name="Upeksha Gihan" userId="93566b40-4d0f-4283-afd7-b305329c9ad8" providerId="ADAL" clId="{40A9FE7D-AA07-4E61-A37B-1ADA791562DF}" dt="2024-11-01T12:47:25.443" v="3177" actId="478"/>
          <ac:picMkLst>
            <pc:docMk/>
            <pc:sldMk cId="3572187591" sldId="287"/>
            <ac:picMk id="6" creationId="{8C16AF92-050A-1692-D276-04064B2CAFA9}"/>
          </ac:picMkLst>
        </pc:picChg>
        <pc:picChg chg="del">
          <ac:chgData name="Upeksha Gihan" userId="93566b40-4d0f-4283-afd7-b305329c9ad8" providerId="ADAL" clId="{40A9FE7D-AA07-4E61-A37B-1ADA791562DF}" dt="2024-11-01T11:21:18.236" v="2177" actId="478"/>
          <ac:picMkLst>
            <pc:docMk/>
            <pc:sldMk cId="3572187591" sldId="287"/>
            <ac:picMk id="7" creationId="{CAFB7835-B56F-07BF-E8EA-F6BFDE637999}"/>
          </ac:picMkLst>
        </pc:picChg>
        <pc:picChg chg="add mod">
          <ac:chgData name="Upeksha Gihan" userId="93566b40-4d0f-4283-afd7-b305329c9ad8" providerId="ADAL" clId="{40A9FE7D-AA07-4E61-A37B-1ADA791562DF}" dt="2024-11-01T13:28:33.118" v="3234" actId="1076"/>
          <ac:picMkLst>
            <pc:docMk/>
            <pc:sldMk cId="3572187591" sldId="287"/>
            <ac:picMk id="9" creationId="{0F1B4510-10C3-6564-B2E8-C6EFCF78B7AC}"/>
          </ac:picMkLst>
        </pc:picChg>
        <pc:picChg chg="add mod">
          <ac:chgData name="Upeksha Gihan" userId="93566b40-4d0f-4283-afd7-b305329c9ad8" providerId="ADAL" clId="{40A9FE7D-AA07-4E61-A37B-1ADA791562DF}" dt="2024-11-01T13:28:34.270" v="3235" actId="1076"/>
          <ac:picMkLst>
            <pc:docMk/>
            <pc:sldMk cId="3572187591" sldId="287"/>
            <ac:picMk id="11" creationId="{5BD9995F-B2D5-0046-4E7F-29F6C3062584}"/>
          </ac:picMkLst>
        </pc:picChg>
      </pc:sldChg>
      <pc:sldChg chg="addSp delSp modSp mod">
        <pc:chgData name="Upeksha Gihan" userId="93566b40-4d0f-4283-afd7-b305329c9ad8" providerId="ADAL" clId="{40A9FE7D-AA07-4E61-A37B-1ADA791562DF}" dt="2024-11-01T12:54:02.807" v="3213" actId="20577"/>
        <pc:sldMkLst>
          <pc:docMk/>
          <pc:sldMk cId="2921930261" sldId="288"/>
        </pc:sldMkLst>
        <pc:spChg chg="mod">
          <ac:chgData name="Upeksha Gihan" userId="93566b40-4d0f-4283-afd7-b305329c9ad8" providerId="ADAL" clId="{40A9FE7D-AA07-4E61-A37B-1ADA791562DF}" dt="2024-11-01T12:54:02.807" v="3213" actId="20577"/>
          <ac:spMkLst>
            <pc:docMk/>
            <pc:sldMk cId="2921930261" sldId="288"/>
            <ac:spMk id="3" creationId="{AF02481F-F5C5-0F9E-68FA-0DA20F7FC198}"/>
          </ac:spMkLst>
        </pc:spChg>
        <pc:picChg chg="add mod">
          <ac:chgData name="Upeksha Gihan" userId="93566b40-4d0f-4283-afd7-b305329c9ad8" providerId="ADAL" clId="{40A9FE7D-AA07-4E61-A37B-1ADA791562DF}" dt="2024-11-01T12:35:57.787" v="3144" actId="1076"/>
          <ac:picMkLst>
            <pc:docMk/>
            <pc:sldMk cId="2921930261" sldId="288"/>
            <ac:picMk id="5" creationId="{3FD7FA7D-8C42-9F71-98FE-A078822E5568}"/>
          </ac:picMkLst>
        </pc:picChg>
        <pc:picChg chg="del mod">
          <ac:chgData name="Upeksha Gihan" userId="93566b40-4d0f-4283-afd7-b305329c9ad8" providerId="ADAL" clId="{40A9FE7D-AA07-4E61-A37B-1ADA791562DF}" dt="2024-11-01T12:28:42.068" v="3005" actId="478"/>
          <ac:picMkLst>
            <pc:docMk/>
            <pc:sldMk cId="2921930261" sldId="288"/>
            <ac:picMk id="6" creationId="{6199F8DA-695F-2406-A025-50E1F739B1D8}"/>
          </ac:picMkLst>
        </pc:picChg>
        <pc:picChg chg="add mod">
          <ac:chgData name="Upeksha Gihan" userId="93566b40-4d0f-4283-afd7-b305329c9ad8" providerId="ADAL" clId="{40A9FE7D-AA07-4E61-A37B-1ADA791562DF}" dt="2024-11-01T12:35:59.935" v="3145" actId="1076"/>
          <ac:picMkLst>
            <pc:docMk/>
            <pc:sldMk cId="2921930261" sldId="288"/>
            <ac:picMk id="8" creationId="{0DF7D173-C423-7F6D-8314-85C5864FA34E}"/>
          </ac:picMkLst>
        </pc:picChg>
        <pc:picChg chg="mod">
          <ac:chgData name="Upeksha Gihan" userId="93566b40-4d0f-4283-afd7-b305329c9ad8" providerId="ADAL" clId="{40A9FE7D-AA07-4E61-A37B-1ADA791562DF}" dt="2024-11-01T12:36:05.792" v="3148" actId="1076"/>
          <ac:picMkLst>
            <pc:docMk/>
            <pc:sldMk cId="2921930261" sldId="288"/>
            <ac:picMk id="9" creationId="{FA565BE4-3410-6430-D215-D177932BFFE0}"/>
          </ac:picMkLst>
        </pc:picChg>
      </pc:sldChg>
      <pc:sldChg chg="modSp mod">
        <pc:chgData name="Upeksha Gihan" userId="93566b40-4d0f-4283-afd7-b305329c9ad8" providerId="ADAL" clId="{40A9FE7D-AA07-4E61-A37B-1ADA791562DF}" dt="2024-11-01T13:36:25.129" v="3703" actId="20577"/>
        <pc:sldMkLst>
          <pc:docMk/>
          <pc:sldMk cId="1730768421" sldId="289"/>
        </pc:sldMkLst>
        <pc:spChg chg="mod">
          <ac:chgData name="Upeksha Gihan" userId="93566b40-4d0f-4283-afd7-b305329c9ad8" providerId="ADAL" clId="{40A9FE7D-AA07-4E61-A37B-1ADA791562DF}" dt="2024-11-01T13:36:25.129" v="3703" actId="20577"/>
          <ac:spMkLst>
            <pc:docMk/>
            <pc:sldMk cId="1730768421" sldId="289"/>
            <ac:spMk id="3" creationId="{72A772FF-C556-13EE-71AC-FEC0A0B5C587}"/>
          </ac:spMkLst>
        </pc:spChg>
      </pc:sldChg>
      <pc:sldChg chg="add mod modShow">
        <pc:chgData name="Upeksha Gihan" userId="93566b40-4d0f-4283-afd7-b305329c9ad8" providerId="ADAL" clId="{40A9FE7D-AA07-4E61-A37B-1ADA791562DF}" dt="2024-10-30T09:54:00.126" v="336" actId="729"/>
        <pc:sldMkLst>
          <pc:docMk/>
          <pc:sldMk cId="726259248" sldId="290"/>
        </pc:sldMkLst>
      </pc:sldChg>
      <pc:sldChg chg="addSp delSp modSp add mod modShow">
        <pc:chgData name="Upeksha Gihan" userId="93566b40-4d0f-4283-afd7-b305329c9ad8" providerId="ADAL" clId="{40A9FE7D-AA07-4E61-A37B-1ADA791562DF}" dt="2024-10-30T10:14:56.484" v="549" actId="729"/>
        <pc:sldMkLst>
          <pc:docMk/>
          <pc:sldMk cId="947125407" sldId="291"/>
        </pc:sldMkLst>
        <pc:spChg chg="mod">
          <ac:chgData name="Upeksha Gihan" userId="93566b40-4d0f-4283-afd7-b305329c9ad8" providerId="ADAL" clId="{40A9FE7D-AA07-4E61-A37B-1ADA791562DF}" dt="2024-10-30T10:09:09.095" v="424" actId="20577"/>
          <ac:spMkLst>
            <pc:docMk/>
            <pc:sldMk cId="947125407" sldId="291"/>
            <ac:spMk id="2" creationId="{948968E1-76D3-1F09-9572-EF0728A0C37B}"/>
          </ac:spMkLst>
        </pc:spChg>
        <pc:spChg chg="mod">
          <ac:chgData name="Upeksha Gihan" userId="93566b40-4d0f-4283-afd7-b305329c9ad8" providerId="ADAL" clId="{40A9FE7D-AA07-4E61-A37B-1ADA791562DF}" dt="2024-10-30T10:09:14.689" v="425" actId="1076"/>
          <ac:spMkLst>
            <pc:docMk/>
            <pc:sldMk cId="947125407" sldId="291"/>
            <ac:spMk id="3" creationId="{B93A2AC9-49D4-AEEA-EFFF-249D8E8BA94F}"/>
          </ac:spMkLst>
        </pc:spChg>
        <pc:spChg chg="add del">
          <ac:chgData name="Upeksha Gihan" userId="93566b40-4d0f-4283-afd7-b305329c9ad8" providerId="ADAL" clId="{40A9FE7D-AA07-4E61-A37B-1ADA791562DF}" dt="2024-10-30T10:06:46.993" v="418" actId="478"/>
          <ac:spMkLst>
            <pc:docMk/>
            <pc:sldMk cId="947125407" sldId="291"/>
            <ac:spMk id="4" creationId="{71AE408F-D179-3A7E-AA2A-F93C635B6A9D}"/>
          </ac:spMkLst>
        </pc:spChg>
        <pc:spChg chg="add del">
          <ac:chgData name="Upeksha Gihan" userId="93566b40-4d0f-4283-afd7-b305329c9ad8" providerId="ADAL" clId="{40A9FE7D-AA07-4E61-A37B-1ADA791562DF}" dt="2024-10-30T10:06:45.596" v="417" actId="478"/>
          <ac:spMkLst>
            <pc:docMk/>
            <pc:sldMk cId="947125407" sldId="291"/>
            <ac:spMk id="5" creationId="{D35862D4-4FE1-15FA-A05F-53277C008F21}"/>
          </ac:spMkLst>
        </pc:spChg>
        <pc:graphicFrameChg chg="add del modGraphic">
          <ac:chgData name="Upeksha Gihan" userId="93566b40-4d0f-4283-afd7-b305329c9ad8" providerId="ADAL" clId="{40A9FE7D-AA07-4E61-A37B-1ADA791562DF}" dt="2024-10-30T10:07:02.790" v="420" actId="478"/>
          <ac:graphicFrameMkLst>
            <pc:docMk/>
            <pc:sldMk cId="947125407" sldId="291"/>
            <ac:graphicFrameMk id="6" creationId="{558E1DFE-F3E1-5C15-8EE7-886F89892A1D}"/>
          </ac:graphicFrameMkLst>
        </pc:graphicFrameChg>
      </pc:sldChg>
      <pc:sldChg chg="add del">
        <pc:chgData name="Upeksha Gihan" userId="93566b40-4d0f-4283-afd7-b305329c9ad8" providerId="ADAL" clId="{40A9FE7D-AA07-4E61-A37B-1ADA791562DF}" dt="2024-10-30T10:03:41.145" v="363"/>
        <pc:sldMkLst>
          <pc:docMk/>
          <pc:sldMk cId="2506045229" sldId="292"/>
        </pc:sldMkLst>
      </pc:sldChg>
      <pc:sldChg chg="modSp add mod">
        <pc:chgData name="Upeksha Gihan" userId="93566b40-4d0f-4283-afd7-b305329c9ad8" providerId="ADAL" clId="{40A9FE7D-AA07-4E61-A37B-1ADA791562DF}" dt="2024-11-01T11:19:56.570" v="2176" actId="27636"/>
        <pc:sldMkLst>
          <pc:docMk/>
          <pc:sldMk cId="2981328065" sldId="292"/>
        </pc:sldMkLst>
        <pc:spChg chg="mod">
          <ac:chgData name="Upeksha Gihan" userId="93566b40-4d0f-4283-afd7-b305329c9ad8" providerId="ADAL" clId="{40A9FE7D-AA07-4E61-A37B-1ADA791562DF}" dt="2024-10-30T10:06:09.956" v="416" actId="20577"/>
          <ac:spMkLst>
            <pc:docMk/>
            <pc:sldMk cId="2981328065" sldId="292"/>
            <ac:spMk id="2" creationId="{BF45AE01-ADA0-AFAF-12F0-52D9FDAA8D6F}"/>
          </ac:spMkLst>
        </pc:spChg>
        <pc:spChg chg="mod">
          <ac:chgData name="Upeksha Gihan" userId="93566b40-4d0f-4283-afd7-b305329c9ad8" providerId="ADAL" clId="{40A9FE7D-AA07-4E61-A37B-1ADA791562DF}" dt="2024-11-01T11:19:56.570" v="2176" actId="27636"/>
          <ac:spMkLst>
            <pc:docMk/>
            <pc:sldMk cId="2981328065" sldId="292"/>
            <ac:spMk id="3" creationId="{68A13E5E-164D-4DE5-D8D2-BFB690E78791}"/>
          </ac:spMkLst>
        </pc:spChg>
      </pc:sldChg>
      <pc:sldChg chg="modSp add mod modShow">
        <pc:chgData name="Upeksha Gihan" userId="93566b40-4d0f-4283-afd7-b305329c9ad8" providerId="ADAL" clId="{40A9FE7D-AA07-4E61-A37B-1ADA791562DF}" dt="2024-11-01T10:40:37.539" v="1639" actId="729"/>
        <pc:sldMkLst>
          <pc:docMk/>
          <pc:sldMk cId="2422348106" sldId="293"/>
        </pc:sldMkLst>
        <pc:spChg chg="mod">
          <ac:chgData name="Upeksha Gihan" userId="93566b40-4d0f-4283-afd7-b305329c9ad8" providerId="ADAL" clId="{40A9FE7D-AA07-4E61-A37B-1ADA791562DF}" dt="2024-10-30T10:05:59.561" v="404" actId="20577"/>
          <ac:spMkLst>
            <pc:docMk/>
            <pc:sldMk cId="2422348106" sldId="293"/>
            <ac:spMk id="2" creationId="{30AC0415-37B1-FE91-59BF-86BD9CBDE908}"/>
          </ac:spMkLst>
        </pc:spChg>
        <pc:spChg chg="mod">
          <ac:chgData name="Upeksha Gihan" userId="93566b40-4d0f-4283-afd7-b305329c9ad8" providerId="ADAL" clId="{40A9FE7D-AA07-4E61-A37B-1ADA791562DF}" dt="2024-11-01T09:45:14.272" v="1637" actId="20577"/>
          <ac:spMkLst>
            <pc:docMk/>
            <pc:sldMk cId="2422348106" sldId="293"/>
            <ac:spMk id="3" creationId="{5E10EBF7-E083-53B9-69C4-D4ACAF9BD39F}"/>
          </ac:spMkLst>
        </pc:spChg>
      </pc:sldChg>
      <pc:sldChg chg="addSp delSp modSp add mod modShow">
        <pc:chgData name="Upeksha Gihan" userId="93566b40-4d0f-4283-afd7-b305329c9ad8" providerId="ADAL" clId="{40A9FE7D-AA07-4E61-A37B-1ADA791562DF}" dt="2024-10-30T11:29:45.621" v="1243" actId="729"/>
        <pc:sldMkLst>
          <pc:docMk/>
          <pc:sldMk cId="528476495" sldId="294"/>
        </pc:sldMkLst>
        <pc:spChg chg="mod">
          <ac:chgData name="Upeksha Gihan" userId="93566b40-4d0f-4283-afd7-b305329c9ad8" providerId="ADAL" clId="{40A9FE7D-AA07-4E61-A37B-1ADA791562DF}" dt="2024-10-30T10:09:34.681" v="445" actId="20577"/>
          <ac:spMkLst>
            <pc:docMk/>
            <pc:sldMk cId="528476495" sldId="294"/>
            <ac:spMk id="2" creationId="{2560BA9E-B3CE-E404-0D07-7EC445B9286B}"/>
          </ac:spMkLst>
        </pc:spChg>
        <pc:spChg chg="mod">
          <ac:chgData name="Upeksha Gihan" userId="93566b40-4d0f-4283-afd7-b305329c9ad8" providerId="ADAL" clId="{40A9FE7D-AA07-4E61-A37B-1ADA791562DF}" dt="2024-10-30T11:26:14.189" v="1221" actId="12"/>
          <ac:spMkLst>
            <pc:docMk/>
            <pc:sldMk cId="528476495" sldId="294"/>
            <ac:spMk id="3" creationId="{3A8B6958-35D7-DDF1-41D0-5F05EEF0D46F}"/>
          </ac:spMkLst>
        </pc:spChg>
        <pc:spChg chg="add del">
          <ac:chgData name="Upeksha Gihan" userId="93566b40-4d0f-4283-afd7-b305329c9ad8" providerId="ADAL" clId="{40A9FE7D-AA07-4E61-A37B-1ADA791562DF}" dt="2024-10-30T10:15:07.971" v="551" actId="22"/>
          <ac:spMkLst>
            <pc:docMk/>
            <pc:sldMk cId="528476495" sldId="294"/>
            <ac:spMk id="6" creationId="{C574C542-A28E-3FC0-1E22-5459D5063000}"/>
          </ac:spMkLst>
        </pc:spChg>
        <pc:spChg chg="add del">
          <ac:chgData name="Upeksha Gihan" userId="93566b40-4d0f-4283-afd7-b305329c9ad8" providerId="ADAL" clId="{40A9FE7D-AA07-4E61-A37B-1ADA791562DF}" dt="2024-10-30T10:16:17.835" v="563" actId="478"/>
          <ac:spMkLst>
            <pc:docMk/>
            <pc:sldMk cId="528476495" sldId="294"/>
            <ac:spMk id="8" creationId="{852B68AC-5846-7F08-2194-2312C099CFA6}"/>
          </ac:spMkLst>
        </pc:spChg>
        <pc:spChg chg="add mod">
          <ac:chgData name="Upeksha Gihan" userId="93566b40-4d0f-4283-afd7-b305329c9ad8" providerId="ADAL" clId="{40A9FE7D-AA07-4E61-A37B-1ADA791562DF}" dt="2024-10-30T10:22:06.771" v="621"/>
          <ac:spMkLst>
            <pc:docMk/>
            <pc:sldMk cId="528476495" sldId="294"/>
            <ac:spMk id="9" creationId="{91AC759C-14D5-2037-C55C-2B26178594D1}"/>
          </ac:spMkLst>
        </pc:spChg>
        <pc:spChg chg="add">
          <ac:chgData name="Upeksha Gihan" userId="93566b40-4d0f-4283-afd7-b305329c9ad8" providerId="ADAL" clId="{40A9FE7D-AA07-4E61-A37B-1ADA791562DF}" dt="2024-10-30T11:22:48.883" v="1208"/>
          <ac:spMkLst>
            <pc:docMk/>
            <pc:sldMk cId="528476495" sldId="294"/>
            <ac:spMk id="10" creationId="{00212AA6-5128-B28D-A0BC-D0DDFB98E1CD}"/>
          </ac:spMkLst>
        </pc:spChg>
        <pc:graphicFrameChg chg="add del mod modGraphic">
          <ac:chgData name="Upeksha Gihan" userId="93566b40-4d0f-4283-afd7-b305329c9ad8" providerId="ADAL" clId="{40A9FE7D-AA07-4E61-A37B-1ADA791562DF}" dt="2024-10-30T10:15:16.357" v="552" actId="478"/>
          <ac:graphicFrameMkLst>
            <pc:docMk/>
            <pc:sldMk cId="528476495" sldId="294"/>
            <ac:graphicFrameMk id="4" creationId="{3023BED0-2BBC-1C20-8ABC-D749F01931FE}"/>
          </ac:graphicFrameMkLst>
        </pc:graphicFrameChg>
      </pc:sldChg>
      <pc:sldChg chg="addSp delSp modSp add mod modShow chgLayout">
        <pc:chgData name="Upeksha Gihan" userId="93566b40-4d0f-4283-afd7-b305329c9ad8" providerId="ADAL" clId="{40A9FE7D-AA07-4E61-A37B-1ADA791562DF}" dt="2024-11-01T12:11:27.313" v="2683" actId="20577"/>
        <pc:sldMkLst>
          <pc:docMk/>
          <pc:sldMk cId="4243422985" sldId="295"/>
        </pc:sldMkLst>
        <pc:spChg chg="del mod ord">
          <ac:chgData name="Upeksha Gihan" userId="93566b40-4d0f-4283-afd7-b305329c9ad8" providerId="ADAL" clId="{40A9FE7D-AA07-4E61-A37B-1ADA791562DF}" dt="2024-10-30T10:21:06.981" v="609" actId="478"/>
          <ac:spMkLst>
            <pc:docMk/>
            <pc:sldMk cId="4243422985" sldId="295"/>
            <ac:spMk id="2" creationId="{61B522B7-1F29-3963-C492-A2A98EAAD1EC}"/>
          </ac:spMkLst>
        </pc:spChg>
        <pc:spChg chg="del mod">
          <ac:chgData name="Upeksha Gihan" userId="93566b40-4d0f-4283-afd7-b305329c9ad8" providerId="ADAL" clId="{40A9FE7D-AA07-4E61-A37B-1ADA791562DF}" dt="2024-10-30T10:16:28.592" v="567" actId="478"/>
          <ac:spMkLst>
            <pc:docMk/>
            <pc:sldMk cId="4243422985" sldId="295"/>
            <ac:spMk id="3" creationId="{204A7862-57DC-51E0-DFBB-038F4BF553F8}"/>
          </ac:spMkLst>
        </pc:spChg>
        <pc:spChg chg="add del mod">
          <ac:chgData name="Upeksha Gihan" userId="93566b40-4d0f-4283-afd7-b305329c9ad8" providerId="ADAL" clId="{40A9FE7D-AA07-4E61-A37B-1ADA791562DF}" dt="2024-10-30T10:16:30.400" v="568" actId="478"/>
          <ac:spMkLst>
            <pc:docMk/>
            <pc:sldMk cId="4243422985" sldId="295"/>
            <ac:spMk id="5" creationId="{F75A3BB7-276D-A345-62F3-E0579A2A69B2}"/>
          </ac:spMkLst>
        </pc:spChg>
        <pc:spChg chg="add mod ord">
          <ac:chgData name="Upeksha Gihan" userId="93566b40-4d0f-4283-afd7-b305329c9ad8" providerId="ADAL" clId="{40A9FE7D-AA07-4E61-A37B-1ADA791562DF}" dt="2024-10-30T11:28:43.567" v="1236" actId="403"/>
          <ac:spMkLst>
            <pc:docMk/>
            <pc:sldMk cId="4243422985" sldId="295"/>
            <ac:spMk id="7" creationId="{3F5BDAD1-79B5-1ADC-412D-D7BBE58F3B0C}"/>
          </ac:spMkLst>
        </pc:spChg>
        <pc:spChg chg="add mod">
          <ac:chgData name="Upeksha Gihan" userId="93566b40-4d0f-4283-afd7-b305329c9ad8" providerId="ADAL" clId="{40A9FE7D-AA07-4E61-A37B-1ADA791562DF}" dt="2024-10-30T10:21:01.711" v="608"/>
          <ac:spMkLst>
            <pc:docMk/>
            <pc:sldMk cId="4243422985" sldId="295"/>
            <ac:spMk id="8" creationId="{D10BFEAD-A8E9-9D5F-4723-C53108010B96}"/>
          </ac:spMkLst>
        </pc:spChg>
        <pc:spChg chg="add del mod">
          <ac:chgData name="Upeksha Gihan" userId="93566b40-4d0f-4283-afd7-b305329c9ad8" providerId="ADAL" clId="{40A9FE7D-AA07-4E61-A37B-1ADA791562DF}" dt="2024-10-30T10:21:14.618" v="610" actId="478"/>
          <ac:spMkLst>
            <pc:docMk/>
            <pc:sldMk cId="4243422985" sldId="295"/>
            <ac:spMk id="10" creationId="{18226CB0-9957-E58C-766D-14E5ADB0CA24}"/>
          </ac:spMkLst>
        </pc:spChg>
        <pc:spChg chg="add mod">
          <ac:chgData name="Upeksha Gihan" userId="93566b40-4d0f-4283-afd7-b305329c9ad8" providerId="ADAL" clId="{40A9FE7D-AA07-4E61-A37B-1ADA791562DF}" dt="2024-10-30T10:22:10.268" v="622"/>
          <ac:spMkLst>
            <pc:docMk/>
            <pc:sldMk cId="4243422985" sldId="295"/>
            <ac:spMk id="11" creationId="{6D63C7E3-1B99-1DB5-F142-C705AB5335C9}"/>
          </ac:spMkLst>
        </pc:spChg>
        <pc:graphicFrameChg chg="add mod modGraphic">
          <ac:chgData name="Upeksha Gihan" userId="93566b40-4d0f-4283-afd7-b305329c9ad8" providerId="ADAL" clId="{40A9FE7D-AA07-4E61-A37B-1ADA791562DF}" dt="2024-11-01T12:11:27.313" v="2683" actId="20577"/>
          <ac:graphicFrameMkLst>
            <pc:docMk/>
            <pc:sldMk cId="4243422985" sldId="295"/>
            <ac:graphicFrameMk id="6" creationId="{908C9509-6B4F-198E-9E3A-37CF9A4DD1FA}"/>
          </ac:graphicFrameMkLst>
        </pc:graphicFrameChg>
      </pc:sldChg>
      <pc:sldChg chg="new del">
        <pc:chgData name="Upeksha Gihan" userId="93566b40-4d0f-4283-afd7-b305329c9ad8" providerId="ADAL" clId="{40A9FE7D-AA07-4E61-A37B-1ADA791562DF}" dt="2024-10-30T10:23:46.471" v="626" actId="47"/>
        <pc:sldMkLst>
          <pc:docMk/>
          <pc:sldMk cId="2475019783" sldId="296"/>
        </pc:sldMkLst>
      </pc:sldChg>
      <pc:sldChg chg="addSp modSp add mod">
        <pc:chgData name="Upeksha Gihan" userId="93566b40-4d0f-4283-afd7-b305329c9ad8" providerId="ADAL" clId="{40A9FE7D-AA07-4E61-A37B-1ADA791562DF}" dt="2024-11-01T13:38:15.108" v="3714" actId="20577"/>
        <pc:sldMkLst>
          <pc:docMk/>
          <pc:sldMk cId="2853073262" sldId="297"/>
        </pc:sldMkLst>
        <pc:spChg chg="mod">
          <ac:chgData name="Upeksha Gihan" userId="93566b40-4d0f-4283-afd7-b305329c9ad8" providerId="ADAL" clId="{40A9FE7D-AA07-4E61-A37B-1ADA791562DF}" dt="2024-10-30T10:23:51.362" v="636" actId="20577"/>
          <ac:spMkLst>
            <pc:docMk/>
            <pc:sldMk cId="2853073262" sldId="297"/>
            <ac:spMk id="2" creationId="{3C38A0F6-8419-63CF-807F-07EF16E178D9}"/>
          </ac:spMkLst>
        </pc:spChg>
        <pc:spChg chg="mod">
          <ac:chgData name="Upeksha Gihan" userId="93566b40-4d0f-4283-afd7-b305329c9ad8" providerId="ADAL" clId="{40A9FE7D-AA07-4E61-A37B-1ADA791562DF}" dt="2024-11-01T13:38:15.108" v="3714" actId="20577"/>
          <ac:spMkLst>
            <pc:docMk/>
            <pc:sldMk cId="2853073262" sldId="297"/>
            <ac:spMk id="3" creationId="{ECB675C3-90B8-0A0E-6DEC-2B06E13E47BF}"/>
          </ac:spMkLst>
        </pc:spChg>
        <pc:spChg chg="add">
          <ac:chgData name="Upeksha Gihan" userId="93566b40-4d0f-4283-afd7-b305329c9ad8" providerId="ADAL" clId="{40A9FE7D-AA07-4E61-A37B-1ADA791562DF}" dt="2024-11-01T13:38:04.762" v="3705"/>
          <ac:spMkLst>
            <pc:docMk/>
            <pc:sldMk cId="2853073262" sldId="297"/>
            <ac:spMk id="4" creationId="{B0AE3F1C-24C6-E5F6-9FF1-F06237A181ED}"/>
          </ac:spMkLst>
        </pc:spChg>
      </pc:sldChg>
      <pc:sldChg chg="addSp delSp modSp add mod">
        <pc:chgData name="Upeksha Gihan" userId="93566b40-4d0f-4283-afd7-b305329c9ad8" providerId="ADAL" clId="{40A9FE7D-AA07-4E61-A37B-1ADA791562DF}" dt="2024-10-30T10:42:39.056" v="774"/>
        <pc:sldMkLst>
          <pc:docMk/>
          <pc:sldMk cId="3128260925" sldId="298"/>
        </pc:sldMkLst>
        <pc:spChg chg="mod">
          <ac:chgData name="Upeksha Gihan" userId="93566b40-4d0f-4283-afd7-b305329c9ad8" providerId="ADAL" clId="{40A9FE7D-AA07-4E61-A37B-1ADA791562DF}" dt="2024-10-30T10:37:00.730" v="719" actId="1076"/>
          <ac:spMkLst>
            <pc:docMk/>
            <pc:sldMk cId="3128260925" sldId="298"/>
            <ac:spMk id="3" creationId="{27A1538E-1C72-AC72-EA22-996C6D75C984}"/>
          </ac:spMkLst>
        </pc:spChg>
        <pc:spChg chg="add mod">
          <ac:chgData name="Upeksha Gihan" userId="93566b40-4d0f-4283-afd7-b305329c9ad8" providerId="ADAL" clId="{40A9FE7D-AA07-4E61-A37B-1ADA791562DF}" dt="2024-10-30T10:42:39.056" v="774"/>
          <ac:spMkLst>
            <pc:docMk/>
            <pc:sldMk cId="3128260925" sldId="298"/>
            <ac:spMk id="6" creationId="{E17DF2D9-ADAA-0A37-C448-2857C372839D}"/>
          </ac:spMkLst>
        </pc:spChg>
        <pc:picChg chg="add mod">
          <ac:chgData name="Upeksha Gihan" userId="93566b40-4d0f-4283-afd7-b305329c9ad8" providerId="ADAL" clId="{40A9FE7D-AA07-4E61-A37B-1ADA791562DF}" dt="2024-10-30T10:37:21.505" v="725" actId="1076"/>
          <ac:picMkLst>
            <pc:docMk/>
            <pc:sldMk cId="3128260925" sldId="298"/>
            <ac:picMk id="4" creationId="{6A83102A-FE6B-E518-9523-2265941B908E}"/>
          </ac:picMkLst>
        </pc:picChg>
        <pc:picChg chg="del mod">
          <ac:chgData name="Upeksha Gihan" userId="93566b40-4d0f-4283-afd7-b305329c9ad8" providerId="ADAL" clId="{40A9FE7D-AA07-4E61-A37B-1ADA791562DF}" dt="2024-10-30T10:36:19.892" v="705" actId="478"/>
          <ac:picMkLst>
            <pc:docMk/>
            <pc:sldMk cId="3128260925" sldId="298"/>
            <ac:picMk id="5" creationId="{A537E1B4-0E6D-99BE-7C39-95D610D5CC1C}"/>
          </ac:picMkLst>
        </pc:picChg>
      </pc:sldChg>
      <pc:sldChg chg="addSp delSp modSp add mod ord modShow chgLayout">
        <pc:chgData name="Upeksha Gihan" userId="93566b40-4d0f-4283-afd7-b305329c9ad8" providerId="ADAL" clId="{40A9FE7D-AA07-4E61-A37B-1ADA791562DF}" dt="2024-11-01T12:13:57.767" v="2706" actId="20577"/>
        <pc:sldMkLst>
          <pc:docMk/>
          <pc:sldMk cId="3739887886" sldId="299"/>
        </pc:sldMkLst>
        <pc:spChg chg="del mod ord">
          <ac:chgData name="Upeksha Gihan" userId="93566b40-4d0f-4283-afd7-b305329c9ad8" providerId="ADAL" clId="{40A9FE7D-AA07-4E61-A37B-1ADA791562DF}" dt="2024-10-30T10:42:31.905" v="771" actId="478"/>
          <ac:spMkLst>
            <pc:docMk/>
            <pc:sldMk cId="3739887886" sldId="299"/>
            <ac:spMk id="2" creationId="{B059387D-8D94-6D41-C0DD-63A930334AAB}"/>
          </ac:spMkLst>
        </pc:spChg>
        <pc:spChg chg="del mod">
          <ac:chgData name="Upeksha Gihan" userId="93566b40-4d0f-4283-afd7-b305329c9ad8" providerId="ADAL" clId="{40A9FE7D-AA07-4E61-A37B-1ADA791562DF}" dt="2024-10-30T10:38:41.522" v="741" actId="478"/>
          <ac:spMkLst>
            <pc:docMk/>
            <pc:sldMk cId="3739887886" sldId="299"/>
            <ac:spMk id="3" creationId="{59DF05AD-098C-037E-CECA-416E523C368F}"/>
          </ac:spMkLst>
        </pc:spChg>
        <pc:spChg chg="add del mod">
          <ac:chgData name="Upeksha Gihan" userId="93566b40-4d0f-4283-afd7-b305329c9ad8" providerId="ADAL" clId="{40A9FE7D-AA07-4E61-A37B-1ADA791562DF}" dt="2024-10-30T10:38:43.552" v="742" actId="478"/>
          <ac:spMkLst>
            <pc:docMk/>
            <pc:sldMk cId="3739887886" sldId="299"/>
            <ac:spMk id="6" creationId="{48472EFA-988D-3B12-807E-AAD274983B10}"/>
          </ac:spMkLst>
        </pc:spChg>
        <pc:spChg chg="add mod ord">
          <ac:chgData name="Upeksha Gihan" userId="93566b40-4d0f-4283-afd7-b305329c9ad8" providerId="ADAL" clId="{40A9FE7D-AA07-4E61-A37B-1ADA791562DF}" dt="2024-11-01T12:13:33.478" v="2687" actId="20577"/>
          <ac:spMkLst>
            <pc:docMk/>
            <pc:sldMk cId="3739887886" sldId="299"/>
            <ac:spMk id="8" creationId="{A0D05FEF-EDB6-3C10-E89D-87B835BEECC1}"/>
          </ac:spMkLst>
        </pc:spChg>
        <pc:spChg chg="add del mod">
          <ac:chgData name="Upeksha Gihan" userId="93566b40-4d0f-4283-afd7-b305329c9ad8" providerId="ADAL" clId="{40A9FE7D-AA07-4E61-A37B-1ADA791562DF}" dt="2024-10-30T10:42:33.803" v="772" actId="478"/>
          <ac:spMkLst>
            <pc:docMk/>
            <pc:sldMk cId="3739887886" sldId="299"/>
            <ac:spMk id="10" creationId="{E7356BB7-AEDE-BA30-6A25-A3667845CC0C}"/>
          </ac:spMkLst>
        </pc:spChg>
        <pc:spChg chg="add mod">
          <ac:chgData name="Upeksha Gihan" userId="93566b40-4d0f-4283-afd7-b305329c9ad8" providerId="ADAL" clId="{40A9FE7D-AA07-4E61-A37B-1ADA791562DF}" dt="2024-10-30T10:42:42.857" v="775"/>
          <ac:spMkLst>
            <pc:docMk/>
            <pc:sldMk cId="3739887886" sldId="299"/>
            <ac:spMk id="11" creationId="{F49A4D3E-63CC-4506-813D-8653F633CD25}"/>
          </ac:spMkLst>
        </pc:spChg>
        <pc:graphicFrameChg chg="add mod modGraphic">
          <ac:chgData name="Upeksha Gihan" userId="93566b40-4d0f-4283-afd7-b305329c9ad8" providerId="ADAL" clId="{40A9FE7D-AA07-4E61-A37B-1ADA791562DF}" dt="2024-11-01T12:13:57.767" v="2706" actId="20577"/>
          <ac:graphicFrameMkLst>
            <pc:docMk/>
            <pc:sldMk cId="3739887886" sldId="299"/>
            <ac:graphicFrameMk id="7" creationId="{8AEF6B1C-C9C4-0F07-9BE8-FA88A660F57C}"/>
          </ac:graphicFrameMkLst>
        </pc:graphicFrameChg>
        <pc:picChg chg="del">
          <ac:chgData name="Upeksha Gihan" userId="93566b40-4d0f-4283-afd7-b305329c9ad8" providerId="ADAL" clId="{40A9FE7D-AA07-4E61-A37B-1ADA791562DF}" dt="2024-10-30T10:37:50.004" v="738" actId="478"/>
          <ac:picMkLst>
            <pc:docMk/>
            <pc:sldMk cId="3739887886" sldId="299"/>
            <ac:picMk id="5" creationId="{047CABD6-B0F4-0B5C-E4C2-A6212B530B52}"/>
          </ac:picMkLst>
        </pc:picChg>
      </pc:sldChg>
      <pc:sldChg chg="new del">
        <pc:chgData name="Upeksha Gihan" userId="93566b40-4d0f-4283-afd7-b305329c9ad8" providerId="ADAL" clId="{40A9FE7D-AA07-4E61-A37B-1ADA791562DF}" dt="2024-11-01T09:27:54.596" v="1606" actId="47"/>
        <pc:sldMkLst>
          <pc:docMk/>
          <pc:sldMk cId="1952588653" sldId="300"/>
        </pc:sldMkLst>
      </pc:sldChg>
      <pc:sldChg chg="modSp add mod">
        <pc:chgData name="Upeksha Gihan" userId="93566b40-4d0f-4283-afd7-b305329c9ad8" providerId="ADAL" clId="{40A9FE7D-AA07-4E61-A37B-1ADA791562DF}" dt="2024-11-01T11:19:36.425" v="2172" actId="403"/>
        <pc:sldMkLst>
          <pc:docMk/>
          <pc:sldMk cId="2574551902" sldId="300"/>
        </pc:sldMkLst>
        <pc:spChg chg="mod">
          <ac:chgData name="Upeksha Gihan" userId="93566b40-4d0f-4283-afd7-b305329c9ad8" providerId="ADAL" clId="{40A9FE7D-AA07-4E61-A37B-1ADA791562DF}" dt="2024-11-01T11:19:36.425" v="2172" actId="403"/>
          <ac:spMkLst>
            <pc:docMk/>
            <pc:sldMk cId="2574551902" sldId="300"/>
            <ac:spMk id="3" creationId="{19DCED69-0609-B023-04C8-6256E2EC29DD}"/>
          </ac:spMkLst>
        </pc:spChg>
      </pc:sldChg>
      <pc:sldChg chg="modSp add mod">
        <pc:chgData name="Upeksha Gihan" userId="93566b40-4d0f-4283-afd7-b305329c9ad8" providerId="ADAL" clId="{40A9FE7D-AA07-4E61-A37B-1ADA791562DF}" dt="2024-11-01T11:19:39.908" v="2173" actId="403"/>
        <pc:sldMkLst>
          <pc:docMk/>
          <pc:sldMk cId="475065301" sldId="301"/>
        </pc:sldMkLst>
        <pc:spChg chg="mod">
          <ac:chgData name="Upeksha Gihan" userId="93566b40-4d0f-4283-afd7-b305329c9ad8" providerId="ADAL" clId="{40A9FE7D-AA07-4E61-A37B-1ADA791562DF}" dt="2024-11-01T11:19:39.908" v="2173" actId="403"/>
          <ac:spMkLst>
            <pc:docMk/>
            <pc:sldMk cId="475065301" sldId="301"/>
            <ac:spMk id="3" creationId="{42641ABD-2FCB-ECE0-6D1C-C447D6AF35AD}"/>
          </ac:spMkLst>
        </pc:spChg>
      </pc:sldChg>
      <pc:sldChg chg="modSp add mod">
        <pc:chgData name="Upeksha Gihan" userId="93566b40-4d0f-4283-afd7-b305329c9ad8" providerId="ADAL" clId="{40A9FE7D-AA07-4E61-A37B-1ADA791562DF}" dt="2024-11-01T12:53:50.538" v="3193" actId="20577"/>
        <pc:sldMkLst>
          <pc:docMk/>
          <pc:sldMk cId="2928149997" sldId="302"/>
        </pc:sldMkLst>
        <pc:spChg chg="mod">
          <ac:chgData name="Upeksha Gihan" userId="93566b40-4d0f-4283-afd7-b305329c9ad8" providerId="ADAL" clId="{40A9FE7D-AA07-4E61-A37B-1ADA791562DF}" dt="2024-11-01T12:53:50.538" v="3193" actId="20577"/>
          <ac:spMkLst>
            <pc:docMk/>
            <pc:sldMk cId="2928149997" sldId="302"/>
            <ac:spMk id="3" creationId="{102B5589-6C61-A919-F5AF-651E89BDFED6}"/>
          </ac:spMkLst>
        </pc:spChg>
      </pc:sldChg>
      <pc:sldChg chg="new del">
        <pc:chgData name="Upeksha Gihan" userId="93566b40-4d0f-4283-afd7-b305329c9ad8" providerId="ADAL" clId="{40A9FE7D-AA07-4E61-A37B-1ADA791562DF}" dt="2024-11-01T12:38:17.418" v="3151" actId="47"/>
        <pc:sldMkLst>
          <pc:docMk/>
          <pc:sldMk cId="479883733" sldId="30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C8C65C-2A9A-4BC7-9305-C90C8902C853}" type="doc">
      <dgm:prSet loTypeId="urn:microsoft.com/office/officeart/2005/8/layout/bProcess3" loCatId="process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8F422564-7A53-4ED4-ADCE-B51CAA95F1E2}">
      <dgm:prSet phldrT="[Text]" custT="1"/>
      <dgm:spPr/>
      <dgm:t>
        <a:bodyPr/>
        <a:lstStyle/>
        <a:p>
          <a:r>
            <a:rPr lang="en-GB" sz="1400" b="1" dirty="0">
              <a:highlight>
                <a:srgbClr val="800000"/>
              </a:highlight>
            </a:rPr>
            <a:t>Dataset Pre-Processing</a:t>
          </a:r>
          <a:r>
            <a:rPr lang="en-GB" sz="1400" b="1" dirty="0"/>
            <a:t> - Preparing and calibrating</a:t>
          </a:r>
          <a:r>
            <a:rPr lang="en-GB" sz="1400" dirty="0"/>
            <a:t> data for accurate distance and demand modelling</a:t>
          </a:r>
        </a:p>
      </dgm:t>
    </dgm:pt>
    <dgm:pt modelId="{B27D47F3-F76B-4693-AD10-A6B20084D2AD}" type="parTrans" cxnId="{6FA2CE78-049D-4155-845F-C4616A347E60}">
      <dgm:prSet/>
      <dgm:spPr/>
      <dgm:t>
        <a:bodyPr/>
        <a:lstStyle/>
        <a:p>
          <a:endParaRPr lang="en-GB" sz="2000"/>
        </a:p>
      </dgm:t>
    </dgm:pt>
    <dgm:pt modelId="{82F5EDA4-78A3-4367-B8F7-3BA254C33022}" type="sibTrans" cxnId="{6FA2CE78-049D-4155-845F-C4616A347E60}">
      <dgm:prSet custT="1"/>
      <dgm:spPr/>
      <dgm:t>
        <a:bodyPr/>
        <a:lstStyle/>
        <a:p>
          <a:endParaRPr lang="en-GB" sz="1050"/>
        </a:p>
      </dgm:t>
    </dgm:pt>
    <dgm:pt modelId="{6C796692-9AE2-4FC1-B749-83975C7FDCBB}">
      <dgm:prSet phldrT="[Text]" custT="1"/>
      <dgm:spPr/>
      <dgm:t>
        <a:bodyPr/>
        <a:lstStyle/>
        <a:p>
          <a:r>
            <a:rPr lang="en-GB" sz="1400" b="1" dirty="0"/>
            <a:t>Demand Prediction - </a:t>
          </a:r>
          <a:r>
            <a:rPr lang="en-GB" sz="1400" b="0" dirty="0"/>
            <a:t>Using </a:t>
          </a:r>
          <a:r>
            <a:rPr lang="en-GB" sz="1400" b="1" dirty="0"/>
            <a:t>LSTM </a:t>
          </a:r>
          <a:r>
            <a:rPr lang="en-GB" sz="1400" b="0" dirty="0"/>
            <a:t>to f</a:t>
          </a:r>
          <a:r>
            <a:rPr lang="en-GB" sz="1400" b="0" dirty="0">
              <a:highlight>
                <a:srgbClr val="800000"/>
              </a:highlight>
            </a:rPr>
            <a:t>orecast delivery demand</a:t>
          </a:r>
          <a:r>
            <a:rPr lang="en-GB" sz="1400" b="0" dirty="0"/>
            <a:t> in dynamic settings like restaurants (</a:t>
          </a:r>
          <a:r>
            <a:rPr lang="en-GB" sz="1400" b="0" dirty="0" err="1"/>
            <a:t>Abbasimehr</a:t>
          </a:r>
          <a:r>
            <a:rPr lang="en-GB" sz="1400" b="0" dirty="0"/>
            <a:t> et al., 2020)</a:t>
          </a:r>
        </a:p>
      </dgm:t>
    </dgm:pt>
    <dgm:pt modelId="{829948E8-67AA-42FA-BB53-898A88EBEDAD}" type="parTrans" cxnId="{569F7CB7-185A-4DA2-A037-27374B7DC44F}">
      <dgm:prSet/>
      <dgm:spPr/>
      <dgm:t>
        <a:bodyPr/>
        <a:lstStyle/>
        <a:p>
          <a:endParaRPr lang="en-GB" sz="2000"/>
        </a:p>
      </dgm:t>
    </dgm:pt>
    <dgm:pt modelId="{E6465A55-8E70-4476-830A-D863E8B5FC03}" type="sibTrans" cxnId="{569F7CB7-185A-4DA2-A037-27374B7DC44F}">
      <dgm:prSet custT="1"/>
      <dgm:spPr/>
      <dgm:t>
        <a:bodyPr/>
        <a:lstStyle/>
        <a:p>
          <a:endParaRPr lang="en-GB" sz="1050"/>
        </a:p>
      </dgm:t>
    </dgm:pt>
    <dgm:pt modelId="{68D3404C-C2FE-4257-BEC8-88FFFE30AB05}">
      <dgm:prSet phldrT="[Text]" custT="1"/>
      <dgm:spPr/>
      <dgm:t>
        <a:bodyPr/>
        <a:lstStyle/>
        <a:p>
          <a:r>
            <a:rPr lang="en-GB" sz="1400" b="1" dirty="0"/>
            <a:t>Distance Calculation - Google Distance Matrix API</a:t>
          </a:r>
          <a:r>
            <a:rPr lang="en-GB" sz="1400" dirty="0"/>
            <a:t> for </a:t>
          </a:r>
          <a:r>
            <a:rPr lang="en-GB" sz="1400" dirty="0">
              <a:highlight>
                <a:srgbClr val="800000"/>
              </a:highlight>
            </a:rPr>
            <a:t>calculating real-time, vehicle route distances</a:t>
          </a:r>
        </a:p>
      </dgm:t>
    </dgm:pt>
    <dgm:pt modelId="{899579A6-E8ED-4E69-96EC-AF7A7C325E19}" type="parTrans" cxnId="{FB51D44E-50BD-4E0A-8999-CC5B50FFF636}">
      <dgm:prSet/>
      <dgm:spPr/>
      <dgm:t>
        <a:bodyPr/>
        <a:lstStyle/>
        <a:p>
          <a:endParaRPr lang="en-GB" sz="2000"/>
        </a:p>
      </dgm:t>
    </dgm:pt>
    <dgm:pt modelId="{F7C87DB8-E3C1-4071-B65D-9B602EAF8A0D}" type="sibTrans" cxnId="{FB51D44E-50BD-4E0A-8999-CC5B50FFF636}">
      <dgm:prSet custT="1"/>
      <dgm:spPr/>
      <dgm:t>
        <a:bodyPr/>
        <a:lstStyle/>
        <a:p>
          <a:endParaRPr lang="en-GB" sz="1050"/>
        </a:p>
      </dgm:t>
    </dgm:pt>
    <dgm:pt modelId="{93786FC3-68D3-4E82-BECE-E598DD0445CE}">
      <dgm:prSet phldrT="[Text]" custT="1"/>
      <dgm:spPr/>
      <dgm:t>
        <a:bodyPr/>
        <a:lstStyle/>
        <a:p>
          <a:r>
            <a:rPr lang="en-GB" sz="1400" b="1" dirty="0"/>
            <a:t>Sustainability Evaluation Comparing </a:t>
          </a:r>
          <a:r>
            <a:rPr lang="en-GB" sz="1400" b="1" dirty="0">
              <a:highlight>
                <a:srgbClr val="800000"/>
              </a:highlight>
            </a:rPr>
            <a:t>Social / Environmental / </a:t>
          </a:r>
          <a:r>
            <a:rPr lang="en-GB" sz="1400" b="1" dirty="0" err="1">
              <a:highlight>
                <a:srgbClr val="800000"/>
              </a:highlight>
            </a:rPr>
            <a:t>Econimical</a:t>
          </a:r>
          <a:r>
            <a:rPr lang="en-GB" sz="1400" b="1" dirty="0">
              <a:highlight>
                <a:srgbClr val="800000"/>
              </a:highlight>
            </a:rPr>
            <a:t> impacts</a:t>
          </a:r>
          <a:r>
            <a:rPr lang="en-GB" sz="1400" b="1" dirty="0"/>
            <a:t> </a:t>
          </a:r>
          <a:r>
            <a:rPr lang="en-GB" sz="1400" dirty="0"/>
            <a:t>of using Cargo E-Bikes vs Traditional Bikes</a:t>
          </a:r>
        </a:p>
      </dgm:t>
    </dgm:pt>
    <dgm:pt modelId="{C02551B4-8F76-4ECF-AA77-15DF250B56F8}" type="parTrans" cxnId="{F6143CC9-5A0D-44B1-AF3C-DEEF30B83360}">
      <dgm:prSet/>
      <dgm:spPr/>
      <dgm:t>
        <a:bodyPr/>
        <a:lstStyle/>
        <a:p>
          <a:endParaRPr lang="en-GB" sz="2000"/>
        </a:p>
      </dgm:t>
    </dgm:pt>
    <dgm:pt modelId="{E5073274-559C-4F4B-98F6-C7D57D4100AB}" type="sibTrans" cxnId="{F6143CC9-5A0D-44B1-AF3C-DEEF30B83360}">
      <dgm:prSet/>
      <dgm:spPr/>
      <dgm:t>
        <a:bodyPr/>
        <a:lstStyle/>
        <a:p>
          <a:endParaRPr lang="en-GB" sz="2000"/>
        </a:p>
      </dgm:t>
    </dgm:pt>
    <dgm:pt modelId="{6820D0DE-8B88-457F-8FA7-F55D4D748DF5}">
      <dgm:prSet phldrT="[Text]" custT="1"/>
      <dgm:spPr/>
      <dgm:t>
        <a:bodyPr/>
        <a:lstStyle/>
        <a:p>
          <a:r>
            <a:rPr lang="en-GB" sz="1400" b="1" dirty="0"/>
            <a:t>Vehicle Routing Problem (VRP) Scenario Analysis</a:t>
          </a:r>
          <a:r>
            <a:rPr lang="en-GB" sz="1400" dirty="0"/>
            <a:t> to simulate various routing constraints and demand scenarios, like time </a:t>
          </a:r>
          <a:r>
            <a:rPr lang="en-GB" sz="1400" dirty="0">
              <a:highlight>
                <a:srgbClr val="800000"/>
              </a:highlight>
            </a:rPr>
            <a:t>windows, pickups, deliveries, and capacity</a:t>
          </a:r>
          <a:r>
            <a:rPr lang="en-GB" sz="1400" dirty="0"/>
            <a:t>. (Giuffrida et al., 2022) and </a:t>
          </a:r>
          <a:r>
            <a:rPr lang="en-GB" sz="1400" dirty="0">
              <a:highlight>
                <a:srgbClr val="800000"/>
              </a:highlight>
            </a:rPr>
            <a:t>specifically run for different clusters of demand</a:t>
          </a:r>
        </a:p>
      </dgm:t>
    </dgm:pt>
    <dgm:pt modelId="{4333D40D-2972-492F-A224-F2543CD4074E}" type="parTrans" cxnId="{342A1DE0-DDE5-4CE6-8604-5B8FA7555772}">
      <dgm:prSet/>
      <dgm:spPr/>
      <dgm:t>
        <a:bodyPr/>
        <a:lstStyle/>
        <a:p>
          <a:endParaRPr lang="en-GB" sz="2000"/>
        </a:p>
      </dgm:t>
    </dgm:pt>
    <dgm:pt modelId="{BB9E84AD-11D4-43AE-86C3-EEB03FB544E2}" type="sibTrans" cxnId="{342A1DE0-DDE5-4CE6-8604-5B8FA7555772}">
      <dgm:prSet custT="1"/>
      <dgm:spPr/>
      <dgm:t>
        <a:bodyPr/>
        <a:lstStyle/>
        <a:p>
          <a:endParaRPr lang="en-GB" sz="1050"/>
        </a:p>
      </dgm:t>
    </dgm:pt>
    <dgm:pt modelId="{1BD5CDC8-0706-49F1-BEC3-965142B8EF97}">
      <dgm:prSet phldrT="[Text]" custT="1"/>
      <dgm:spPr/>
      <dgm:t>
        <a:bodyPr/>
        <a:lstStyle/>
        <a:p>
          <a:r>
            <a:rPr lang="en-GB" sz="1400" b="1" dirty="0"/>
            <a:t>Identifying </a:t>
          </a:r>
          <a:r>
            <a:rPr lang="en-GB" sz="1400" b="1" dirty="0">
              <a:highlight>
                <a:srgbClr val="800000"/>
              </a:highlight>
            </a:rPr>
            <a:t>Different Clusters of Locations</a:t>
          </a:r>
          <a:r>
            <a:rPr lang="en-GB" sz="1400" dirty="0"/>
            <a:t> of the predicted Demand - </a:t>
          </a:r>
          <a:r>
            <a:rPr lang="en-GB" sz="1400" b="1" dirty="0"/>
            <a:t>k-means Clustering</a:t>
          </a:r>
          <a:r>
            <a:rPr lang="en-GB" sz="1400" dirty="0"/>
            <a:t> (</a:t>
          </a:r>
          <a:r>
            <a:rPr lang="en-GB" sz="1400" dirty="0" err="1"/>
            <a:t>Rautela</a:t>
          </a:r>
          <a:r>
            <a:rPr lang="en-GB" sz="1400" dirty="0"/>
            <a:t> et al., 2019) </a:t>
          </a:r>
        </a:p>
      </dgm:t>
    </dgm:pt>
    <dgm:pt modelId="{86CE1D69-8D39-4E78-9FD5-42C8D68EDF62}" type="parTrans" cxnId="{5E9AE510-7B95-4E16-947F-A8AE3E73B4F3}">
      <dgm:prSet/>
      <dgm:spPr/>
      <dgm:t>
        <a:bodyPr/>
        <a:lstStyle/>
        <a:p>
          <a:endParaRPr lang="en-GB"/>
        </a:p>
      </dgm:t>
    </dgm:pt>
    <dgm:pt modelId="{153FA28C-435B-4FFA-82D4-B9A0F2EA5BEE}" type="sibTrans" cxnId="{5E9AE510-7B95-4E16-947F-A8AE3E73B4F3}">
      <dgm:prSet/>
      <dgm:spPr/>
      <dgm:t>
        <a:bodyPr/>
        <a:lstStyle/>
        <a:p>
          <a:endParaRPr lang="en-GB"/>
        </a:p>
      </dgm:t>
    </dgm:pt>
    <dgm:pt modelId="{577D8B5F-87D9-42D5-B301-1C47A7DB23A4}" type="pres">
      <dgm:prSet presAssocID="{62C8C65C-2A9A-4BC7-9305-C90C8902C853}" presName="Name0" presStyleCnt="0">
        <dgm:presLayoutVars>
          <dgm:dir/>
          <dgm:resizeHandles val="exact"/>
        </dgm:presLayoutVars>
      </dgm:prSet>
      <dgm:spPr/>
    </dgm:pt>
    <dgm:pt modelId="{ADE9C5DA-4AAE-43AD-B5BD-8756D93BE5EE}" type="pres">
      <dgm:prSet presAssocID="{8F422564-7A53-4ED4-ADCE-B51CAA95F1E2}" presName="node" presStyleLbl="node1" presStyleIdx="0" presStyleCnt="6">
        <dgm:presLayoutVars>
          <dgm:bulletEnabled val="1"/>
        </dgm:presLayoutVars>
      </dgm:prSet>
      <dgm:spPr/>
    </dgm:pt>
    <dgm:pt modelId="{85D863D2-D52D-4A83-A0EC-613F51722687}" type="pres">
      <dgm:prSet presAssocID="{82F5EDA4-78A3-4367-B8F7-3BA254C33022}" presName="sibTrans" presStyleLbl="sibTrans1D1" presStyleIdx="0" presStyleCnt="5"/>
      <dgm:spPr/>
    </dgm:pt>
    <dgm:pt modelId="{13FFD0FE-8F0B-4DFD-BD25-A209EA186827}" type="pres">
      <dgm:prSet presAssocID="{82F5EDA4-78A3-4367-B8F7-3BA254C33022}" presName="connectorText" presStyleLbl="sibTrans1D1" presStyleIdx="0" presStyleCnt="5"/>
      <dgm:spPr/>
    </dgm:pt>
    <dgm:pt modelId="{66DD2BBC-7056-4B0D-A8F5-7E70B7ECB54B}" type="pres">
      <dgm:prSet presAssocID="{6C796692-9AE2-4FC1-B749-83975C7FDCBB}" presName="node" presStyleLbl="node1" presStyleIdx="1" presStyleCnt="6">
        <dgm:presLayoutVars>
          <dgm:bulletEnabled val="1"/>
        </dgm:presLayoutVars>
      </dgm:prSet>
      <dgm:spPr/>
    </dgm:pt>
    <dgm:pt modelId="{D06ACF5A-5906-410C-B6E7-3188701C4199}" type="pres">
      <dgm:prSet presAssocID="{E6465A55-8E70-4476-830A-D863E8B5FC03}" presName="sibTrans" presStyleLbl="sibTrans1D1" presStyleIdx="1" presStyleCnt="5"/>
      <dgm:spPr/>
    </dgm:pt>
    <dgm:pt modelId="{FACF5B6A-ADC9-4DBC-A050-BDD656F19AB5}" type="pres">
      <dgm:prSet presAssocID="{E6465A55-8E70-4476-830A-D863E8B5FC03}" presName="connectorText" presStyleLbl="sibTrans1D1" presStyleIdx="1" presStyleCnt="5"/>
      <dgm:spPr/>
    </dgm:pt>
    <dgm:pt modelId="{BBFF5456-DB1E-4939-9B2B-059628EC5B4C}" type="pres">
      <dgm:prSet presAssocID="{68D3404C-C2FE-4257-BEC8-88FFFE30AB05}" presName="node" presStyleLbl="node1" presStyleIdx="2" presStyleCnt="6">
        <dgm:presLayoutVars>
          <dgm:bulletEnabled val="1"/>
        </dgm:presLayoutVars>
      </dgm:prSet>
      <dgm:spPr/>
    </dgm:pt>
    <dgm:pt modelId="{1461E9F3-450F-4AF8-AE70-D6EB6F958BA7}" type="pres">
      <dgm:prSet presAssocID="{F7C87DB8-E3C1-4071-B65D-9B602EAF8A0D}" presName="sibTrans" presStyleLbl="sibTrans1D1" presStyleIdx="2" presStyleCnt="5"/>
      <dgm:spPr/>
    </dgm:pt>
    <dgm:pt modelId="{0DB3F482-6D47-4661-8141-B50E497F22CE}" type="pres">
      <dgm:prSet presAssocID="{F7C87DB8-E3C1-4071-B65D-9B602EAF8A0D}" presName="connectorText" presStyleLbl="sibTrans1D1" presStyleIdx="2" presStyleCnt="5"/>
      <dgm:spPr/>
    </dgm:pt>
    <dgm:pt modelId="{9A18C4A8-607F-46EF-9228-3ECDC8352C57}" type="pres">
      <dgm:prSet presAssocID="{1BD5CDC8-0706-49F1-BEC3-965142B8EF97}" presName="node" presStyleLbl="node1" presStyleIdx="3" presStyleCnt="6">
        <dgm:presLayoutVars>
          <dgm:bulletEnabled val="1"/>
        </dgm:presLayoutVars>
      </dgm:prSet>
      <dgm:spPr/>
    </dgm:pt>
    <dgm:pt modelId="{16350F98-1D02-4889-AA36-A961BD497992}" type="pres">
      <dgm:prSet presAssocID="{153FA28C-435B-4FFA-82D4-B9A0F2EA5BEE}" presName="sibTrans" presStyleLbl="sibTrans1D1" presStyleIdx="3" presStyleCnt="5"/>
      <dgm:spPr/>
    </dgm:pt>
    <dgm:pt modelId="{B1103508-983D-4245-82F2-0A1077AFEBED}" type="pres">
      <dgm:prSet presAssocID="{153FA28C-435B-4FFA-82D4-B9A0F2EA5BEE}" presName="connectorText" presStyleLbl="sibTrans1D1" presStyleIdx="3" presStyleCnt="5"/>
      <dgm:spPr/>
    </dgm:pt>
    <dgm:pt modelId="{39E89F7C-96BB-4A9C-BD68-A86EC10C921B}" type="pres">
      <dgm:prSet presAssocID="{6820D0DE-8B88-457F-8FA7-F55D4D748DF5}" presName="node" presStyleLbl="node1" presStyleIdx="4" presStyleCnt="6">
        <dgm:presLayoutVars>
          <dgm:bulletEnabled val="1"/>
        </dgm:presLayoutVars>
      </dgm:prSet>
      <dgm:spPr/>
    </dgm:pt>
    <dgm:pt modelId="{A46A6CF9-DE7C-4FE1-ADD5-F89B555D4B07}" type="pres">
      <dgm:prSet presAssocID="{BB9E84AD-11D4-43AE-86C3-EEB03FB544E2}" presName="sibTrans" presStyleLbl="sibTrans1D1" presStyleIdx="4" presStyleCnt="5"/>
      <dgm:spPr/>
    </dgm:pt>
    <dgm:pt modelId="{317ADB90-BC62-4030-A333-4E06548C021F}" type="pres">
      <dgm:prSet presAssocID="{BB9E84AD-11D4-43AE-86C3-EEB03FB544E2}" presName="connectorText" presStyleLbl="sibTrans1D1" presStyleIdx="4" presStyleCnt="5"/>
      <dgm:spPr/>
    </dgm:pt>
    <dgm:pt modelId="{8BFF5810-90C0-4112-82C5-E78F473ADB95}" type="pres">
      <dgm:prSet presAssocID="{93786FC3-68D3-4E82-BECE-E598DD0445CE}" presName="node" presStyleLbl="node1" presStyleIdx="5" presStyleCnt="6">
        <dgm:presLayoutVars>
          <dgm:bulletEnabled val="1"/>
        </dgm:presLayoutVars>
      </dgm:prSet>
      <dgm:spPr/>
    </dgm:pt>
  </dgm:ptLst>
  <dgm:cxnLst>
    <dgm:cxn modelId="{5E9AE510-7B95-4E16-947F-A8AE3E73B4F3}" srcId="{62C8C65C-2A9A-4BC7-9305-C90C8902C853}" destId="{1BD5CDC8-0706-49F1-BEC3-965142B8EF97}" srcOrd="3" destOrd="0" parTransId="{86CE1D69-8D39-4E78-9FD5-42C8D68EDF62}" sibTransId="{153FA28C-435B-4FFA-82D4-B9A0F2EA5BEE}"/>
    <dgm:cxn modelId="{8486E81B-4C21-45E1-BB5E-9648FFFD66AB}" type="presOf" srcId="{F7C87DB8-E3C1-4071-B65D-9B602EAF8A0D}" destId="{0DB3F482-6D47-4661-8141-B50E497F22CE}" srcOrd="1" destOrd="0" presId="urn:microsoft.com/office/officeart/2005/8/layout/bProcess3"/>
    <dgm:cxn modelId="{2D78401F-2D74-4342-B151-285C6B456331}" type="presOf" srcId="{82F5EDA4-78A3-4367-B8F7-3BA254C33022}" destId="{85D863D2-D52D-4A83-A0EC-613F51722687}" srcOrd="0" destOrd="0" presId="urn:microsoft.com/office/officeart/2005/8/layout/bProcess3"/>
    <dgm:cxn modelId="{237C473B-7C18-4561-9E45-8EBC13B2E458}" type="presOf" srcId="{E6465A55-8E70-4476-830A-D863E8B5FC03}" destId="{D06ACF5A-5906-410C-B6E7-3188701C4199}" srcOrd="0" destOrd="0" presId="urn:microsoft.com/office/officeart/2005/8/layout/bProcess3"/>
    <dgm:cxn modelId="{6C50BB5E-CF06-4249-B808-ACD8BD6AFFCC}" type="presOf" srcId="{E6465A55-8E70-4476-830A-D863E8B5FC03}" destId="{FACF5B6A-ADC9-4DBC-A050-BDD656F19AB5}" srcOrd="1" destOrd="0" presId="urn:microsoft.com/office/officeart/2005/8/layout/bProcess3"/>
    <dgm:cxn modelId="{D0114A67-7113-4EEE-8E99-D767B8F66631}" type="presOf" srcId="{153FA28C-435B-4FFA-82D4-B9A0F2EA5BEE}" destId="{16350F98-1D02-4889-AA36-A961BD497992}" srcOrd="0" destOrd="0" presId="urn:microsoft.com/office/officeart/2005/8/layout/bProcess3"/>
    <dgm:cxn modelId="{FB51D44E-50BD-4E0A-8999-CC5B50FFF636}" srcId="{62C8C65C-2A9A-4BC7-9305-C90C8902C853}" destId="{68D3404C-C2FE-4257-BEC8-88FFFE30AB05}" srcOrd="2" destOrd="0" parTransId="{899579A6-E8ED-4E69-96EC-AF7A7C325E19}" sibTransId="{F7C87DB8-E3C1-4071-B65D-9B602EAF8A0D}"/>
    <dgm:cxn modelId="{79D0C270-A482-423B-AF30-9B5060416218}" type="presOf" srcId="{6C796692-9AE2-4FC1-B749-83975C7FDCBB}" destId="{66DD2BBC-7056-4B0D-A8F5-7E70B7ECB54B}" srcOrd="0" destOrd="0" presId="urn:microsoft.com/office/officeart/2005/8/layout/bProcess3"/>
    <dgm:cxn modelId="{780DCE50-35F2-4384-AC90-FA5A6542E644}" type="presOf" srcId="{153FA28C-435B-4FFA-82D4-B9A0F2EA5BEE}" destId="{B1103508-983D-4245-82F2-0A1077AFEBED}" srcOrd="1" destOrd="0" presId="urn:microsoft.com/office/officeart/2005/8/layout/bProcess3"/>
    <dgm:cxn modelId="{6FA2CE78-049D-4155-845F-C4616A347E60}" srcId="{62C8C65C-2A9A-4BC7-9305-C90C8902C853}" destId="{8F422564-7A53-4ED4-ADCE-B51CAA95F1E2}" srcOrd="0" destOrd="0" parTransId="{B27D47F3-F76B-4693-AD10-A6B20084D2AD}" sibTransId="{82F5EDA4-78A3-4367-B8F7-3BA254C33022}"/>
    <dgm:cxn modelId="{92A4D27B-68CF-45D4-92D8-F8677BB4C087}" type="presOf" srcId="{F7C87DB8-E3C1-4071-B65D-9B602EAF8A0D}" destId="{1461E9F3-450F-4AF8-AE70-D6EB6F958BA7}" srcOrd="0" destOrd="0" presId="urn:microsoft.com/office/officeart/2005/8/layout/bProcess3"/>
    <dgm:cxn modelId="{F1946D95-3A49-4492-A58C-761EE1501CB5}" type="presOf" srcId="{8F422564-7A53-4ED4-ADCE-B51CAA95F1E2}" destId="{ADE9C5DA-4AAE-43AD-B5BD-8756D93BE5EE}" srcOrd="0" destOrd="0" presId="urn:microsoft.com/office/officeart/2005/8/layout/bProcess3"/>
    <dgm:cxn modelId="{D8D7D69E-9906-4450-8648-F047E43CB9D5}" type="presOf" srcId="{BB9E84AD-11D4-43AE-86C3-EEB03FB544E2}" destId="{317ADB90-BC62-4030-A333-4E06548C021F}" srcOrd="1" destOrd="0" presId="urn:microsoft.com/office/officeart/2005/8/layout/bProcess3"/>
    <dgm:cxn modelId="{DCA9C9A6-381F-4804-97A3-22641E2FEA94}" type="presOf" srcId="{93786FC3-68D3-4E82-BECE-E598DD0445CE}" destId="{8BFF5810-90C0-4112-82C5-E78F473ADB95}" srcOrd="0" destOrd="0" presId="urn:microsoft.com/office/officeart/2005/8/layout/bProcess3"/>
    <dgm:cxn modelId="{9229FFAF-FE44-490C-8E7F-E4DAACEE4273}" type="presOf" srcId="{68D3404C-C2FE-4257-BEC8-88FFFE30AB05}" destId="{BBFF5456-DB1E-4939-9B2B-059628EC5B4C}" srcOrd="0" destOrd="0" presId="urn:microsoft.com/office/officeart/2005/8/layout/bProcess3"/>
    <dgm:cxn modelId="{50E550B3-394B-4D48-9F74-77088BA1F7DE}" type="presOf" srcId="{BB9E84AD-11D4-43AE-86C3-EEB03FB544E2}" destId="{A46A6CF9-DE7C-4FE1-ADD5-F89B555D4B07}" srcOrd="0" destOrd="0" presId="urn:microsoft.com/office/officeart/2005/8/layout/bProcess3"/>
    <dgm:cxn modelId="{569F7CB7-185A-4DA2-A037-27374B7DC44F}" srcId="{62C8C65C-2A9A-4BC7-9305-C90C8902C853}" destId="{6C796692-9AE2-4FC1-B749-83975C7FDCBB}" srcOrd="1" destOrd="0" parTransId="{829948E8-67AA-42FA-BB53-898A88EBEDAD}" sibTransId="{E6465A55-8E70-4476-830A-D863E8B5FC03}"/>
    <dgm:cxn modelId="{7A3795BB-EA4E-42A7-951E-087AE11F0B34}" type="presOf" srcId="{82F5EDA4-78A3-4367-B8F7-3BA254C33022}" destId="{13FFD0FE-8F0B-4DFD-BD25-A209EA186827}" srcOrd="1" destOrd="0" presId="urn:microsoft.com/office/officeart/2005/8/layout/bProcess3"/>
    <dgm:cxn modelId="{A1FE44C2-60B1-45C5-A900-2E423847269F}" type="presOf" srcId="{6820D0DE-8B88-457F-8FA7-F55D4D748DF5}" destId="{39E89F7C-96BB-4A9C-BD68-A86EC10C921B}" srcOrd="0" destOrd="0" presId="urn:microsoft.com/office/officeart/2005/8/layout/bProcess3"/>
    <dgm:cxn modelId="{F6143CC9-5A0D-44B1-AF3C-DEEF30B83360}" srcId="{62C8C65C-2A9A-4BC7-9305-C90C8902C853}" destId="{93786FC3-68D3-4E82-BECE-E598DD0445CE}" srcOrd="5" destOrd="0" parTransId="{C02551B4-8F76-4ECF-AA77-15DF250B56F8}" sibTransId="{E5073274-559C-4F4B-98F6-C7D57D4100AB}"/>
    <dgm:cxn modelId="{342A1DE0-DDE5-4CE6-8604-5B8FA7555772}" srcId="{62C8C65C-2A9A-4BC7-9305-C90C8902C853}" destId="{6820D0DE-8B88-457F-8FA7-F55D4D748DF5}" srcOrd="4" destOrd="0" parTransId="{4333D40D-2972-492F-A224-F2543CD4074E}" sibTransId="{BB9E84AD-11D4-43AE-86C3-EEB03FB544E2}"/>
    <dgm:cxn modelId="{3B15B3E1-F8DC-4DB8-816D-9ECF32913FD1}" type="presOf" srcId="{62C8C65C-2A9A-4BC7-9305-C90C8902C853}" destId="{577D8B5F-87D9-42D5-B301-1C47A7DB23A4}" srcOrd="0" destOrd="0" presId="urn:microsoft.com/office/officeart/2005/8/layout/bProcess3"/>
    <dgm:cxn modelId="{291D5CF3-5C14-4F6A-B425-72D4DBD2AF3F}" type="presOf" srcId="{1BD5CDC8-0706-49F1-BEC3-965142B8EF97}" destId="{9A18C4A8-607F-46EF-9228-3ECDC8352C57}" srcOrd="0" destOrd="0" presId="urn:microsoft.com/office/officeart/2005/8/layout/bProcess3"/>
    <dgm:cxn modelId="{9507A159-176F-4290-97AF-799026332FA8}" type="presParOf" srcId="{577D8B5F-87D9-42D5-B301-1C47A7DB23A4}" destId="{ADE9C5DA-4AAE-43AD-B5BD-8756D93BE5EE}" srcOrd="0" destOrd="0" presId="urn:microsoft.com/office/officeart/2005/8/layout/bProcess3"/>
    <dgm:cxn modelId="{4F6D9BE5-18BA-4020-B6F5-45C5D06168D2}" type="presParOf" srcId="{577D8B5F-87D9-42D5-B301-1C47A7DB23A4}" destId="{85D863D2-D52D-4A83-A0EC-613F51722687}" srcOrd="1" destOrd="0" presId="urn:microsoft.com/office/officeart/2005/8/layout/bProcess3"/>
    <dgm:cxn modelId="{37C6AFE3-A623-4C49-9226-94D9FB4549CE}" type="presParOf" srcId="{85D863D2-D52D-4A83-A0EC-613F51722687}" destId="{13FFD0FE-8F0B-4DFD-BD25-A209EA186827}" srcOrd="0" destOrd="0" presId="urn:microsoft.com/office/officeart/2005/8/layout/bProcess3"/>
    <dgm:cxn modelId="{E8177993-7814-4A46-A455-149ACCF549C9}" type="presParOf" srcId="{577D8B5F-87D9-42D5-B301-1C47A7DB23A4}" destId="{66DD2BBC-7056-4B0D-A8F5-7E70B7ECB54B}" srcOrd="2" destOrd="0" presId="urn:microsoft.com/office/officeart/2005/8/layout/bProcess3"/>
    <dgm:cxn modelId="{D1C36CA9-5097-4AFD-8CDF-97824EB68FC7}" type="presParOf" srcId="{577D8B5F-87D9-42D5-B301-1C47A7DB23A4}" destId="{D06ACF5A-5906-410C-B6E7-3188701C4199}" srcOrd="3" destOrd="0" presId="urn:microsoft.com/office/officeart/2005/8/layout/bProcess3"/>
    <dgm:cxn modelId="{84D975E2-1545-4EA3-8812-86D28BA668F3}" type="presParOf" srcId="{D06ACF5A-5906-410C-B6E7-3188701C4199}" destId="{FACF5B6A-ADC9-4DBC-A050-BDD656F19AB5}" srcOrd="0" destOrd="0" presId="urn:microsoft.com/office/officeart/2005/8/layout/bProcess3"/>
    <dgm:cxn modelId="{41A345CF-127E-4909-A529-37B5531CA774}" type="presParOf" srcId="{577D8B5F-87D9-42D5-B301-1C47A7DB23A4}" destId="{BBFF5456-DB1E-4939-9B2B-059628EC5B4C}" srcOrd="4" destOrd="0" presId="urn:microsoft.com/office/officeart/2005/8/layout/bProcess3"/>
    <dgm:cxn modelId="{42BF68BF-85FF-4ED1-B078-12C7B559AFAA}" type="presParOf" srcId="{577D8B5F-87D9-42D5-B301-1C47A7DB23A4}" destId="{1461E9F3-450F-4AF8-AE70-D6EB6F958BA7}" srcOrd="5" destOrd="0" presId="urn:microsoft.com/office/officeart/2005/8/layout/bProcess3"/>
    <dgm:cxn modelId="{07FF4C7A-DBAF-4559-96F6-E7D41B68C581}" type="presParOf" srcId="{1461E9F3-450F-4AF8-AE70-D6EB6F958BA7}" destId="{0DB3F482-6D47-4661-8141-B50E497F22CE}" srcOrd="0" destOrd="0" presId="urn:microsoft.com/office/officeart/2005/8/layout/bProcess3"/>
    <dgm:cxn modelId="{0616FD32-1336-4F84-B3EA-E364CA5EBA49}" type="presParOf" srcId="{577D8B5F-87D9-42D5-B301-1C47A7DB23A4}" destId="{9A18C4A8-607F-46EF-9228-3ECDC8352C57}" srcOrd="6" destOrd="0" presId="urn:microsoft.com/office/officeart/2005/8/layout/bProcess3"/>
    <dgm:cxn modelId="{F7883468-BFE7-4215-B70D-357B2BC72C61}" type="presParOf" srcId="{577D8B5F-87D9-42D5-B301-1C47A7DB23A4}" destId="{16350F98-1D02-4889-AA36-A961BD497992}" srcOrd="7" destOrd="0" presId="urn:microsoft.com/office/officeart/2005/8/layout/bProcess3"/>
    <dgm:cxn modelId="{2D5C86FD-A26F-4B06-8FAD-2829DC10E3D6}" type="presParOf" srcId="{16350F98-1D02-4889-AA36-A961BD497992}" destId="{B1103508-983D-4245-82F2-0A1077AFEBED}" srcOrd="0" destOrd="0" presId="urn:microsoft.com/office/officeart/2005/8/layout/bProcess3"/>
    <dgm:cxn modelId="{DA257561-1BF1-4FAC-BDC9-DAAC19684078}" type="presParOf" srcId="{577D8B5F-87D9-42D5-B301-1C47A7DB23A4}" destId="{39E89F7C-96BB-4A9C-BD68-A86EC10C921B}" srcOrd="8" destOrd="0" presId="urn:microsoft.com/office/officeart/2005/8/layout/bProcess3"/>
    <dgm:cxn modelId="{DC056982-7FCC-4EB3-B1ED-CA5F4E676DF1}" type="presParOf" srcId="{577D8B5F-87D9-42D5-B301-1C47A7DB23A4}" destId="{A46A6CF9-DE7C-4FE1-ADD5-F89B555D4B07}" srcOrd="9" destOrd="0" presId="urn:microsoft.com/office/officeart/2005/8/layout/bProcess3"/>
    <dgm:cxn modelId="{8F76AB1A-B7CE-4A23-9C3C-2D0236DC5D5C}" type="presParOf" srcId="{A46A6CF9-DE7C-4FE1-ADD5-F89B555D4B07}" destId="{317ADB90-BC62-4030-A333-4E06548C021F}" srcOrd="0" destOrd="0" presId="urn:microsoft.com/office/officeart/2005/8/layout/bProcess3"/>
    <dgm:cxn modelId="{8509601B-E57C-45DF-869B-51369363F6A2}" type="presParOf" srcId="{577D8B5F-87D9-42D5-B301-1C47A7DB23A4}" destId="{8BFF5810-90C0-4112-82C5-E78F473ADB95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5FD46E-A4D4-4226-8BA5-A313C5093656}" type="doc">
      <dgm:prSet loTypeId="urn:microsoft.com/office/officeart/2005/8/layout/h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68CECBF-99C8-412C-9B9B-2C53ECE59433}">
      <dgm:prSet phldrT="[Text]"/>
      <dgm:spPr/>
      <dgm:t>
        <a:bodyPr/>
        <a:lstStyle/>
        <a:p>
          <a:r>
            <a:rPr lang="en-GB" dirty="0"/>
            <a:t>For Demand Prediction</a:t>
          </a:r>
        </a:p>
      </dgm:t>
    </dgm:pt>
    <dgm:pt modelId="{F337BD30-A5E1-4B41-B561-38B92C2E7DE4}" type="parTrans" cxnId="{71B8E7B6-052A-4F18-932F-A2DE0A96E178}">
      <dgm:prSet/>
      <dgm:spPr/>
      <dgm:t>
        <a:bodyPr/>
        <a:lstStyle/>
        <a:p>
          <a:endParaRPr lang="en-GB"/>
        </a:p>
      </dgm:t>
    </dgm:pt>
    <dgm:pt modelId="{E7ADC8D5-AF9A-4413-AC3B-E3CC6279C94E}" type="sibTrans" cxnId="{71B8E7B6-052A-4F18-932F-A2DE0A96E178}">
      <dgm:prSet/>
      <dgm:spPr/>
      <dgm:t>
        <a:bodyPr/>
        <a:lstStyle/>
        <a:p>
          <a:endParaRPr lang="en-GB"/>
        </a:p>
      </dgm:t>
    </dgm:pt>
    <dgm:pt modelId="{BDC93F02-ECF6-429C-A03A-492E660EA76B}">
      <dgm:prSet phldrT="[Text]"/>
      <dgm:spPr/>
      <dgm:t>
        <a:bodyPr/>
        <a:lstStyle/>
        <a:p>
          <a:r>
            <a:rPr lang="en-GB" dirty="0" err="1"/>
            <a:t>Order_Date</a:t>
          </a:r>
          <a:endParaRPr lang="en-GB" dirty="0"/>
        </a:p>
      </dgm:t>
    </dgm:pt>
    <dgm:pt modelId="{A4D7F002-F907-4986-979C-6D0B0DA2AEF5}" type="parTrans" cxnId="{A1F1C23C-F234-4261-99C0-070C22F07DE3}">
      <dgm:prSet/>
      <dgm:spPr/>
      <dgm:t>
        <a:bodyPr/>
        <a:lstStyle/>
        <a:p>
          <a:endParaRPr lang="en-GB"/>
        </a:p>
      </dgm:t>
    </dgm:pt>
    <dgm:pt modelId="{A63253AB-B1B8-43B6-A5A1-7A595B8615A1}" type="sibTrans" cxnId="{A1F1C23C-F234-4261-99C0-070C22F07DE3}">
      <dgm:prSet/>
      <dgm:spPr/>
      <dgm:t>
        <a:bodyPr/>
        <a:lstStyle/>
        <a:p>
          <a:endParaRPr lang="en-GB"/>
        </a:p>
      </dgm:t>
    </dgm:pt>
    <dgm:pt modelId="{09372648-82DA-450B-8B94-5361FDD486E9}">
      <dgm:prSet phldrT="[Text]"/>
      <dgm:spPr/>
      <dgm:t>
        <a:bodyPr/>
        <a:lstStyle/>
        <a:p>
          <a:r>
            <a:rPr lang="en-GB" dirty="0"/>
            <a:t>For Route Optimization</a:t>
          </a:r>
        </a:p>
      </dgm:t>
    </dgm:pt>
    <dgm:pt modelId="{0C3B00C6-F32F-4EB8-8B7B-8093C967CF51}" type="parTrans" cxnId="{A56E9467-EF7D-4105-9E16-A6C737E9E230}">
      <dgm:prSet/>
      <dgm:spPr/>
      <dgm:t>
        <a:bodyPr/>
        <a:lstStyle/>
        <a:p>
          <a:endParaRPr lang="en-GB"/>
        </a:p>
      </dgm:t>
    </dgm:pt>
    <dgm:pt modelId="{36F974D8-4423-4247-869D-23BD136F089E}" type="sibTrans" cxnId="{A56E9467-EF7D-4105-9E16-A6C737E9E230}">
      <dgm:prSet/>
      <dgm:spPr/>
      <dgm:t>
        <a:bodyPr/>
        <a:lstStyle/>
        <a:p>
          <a:endParaRPr lang="en-GB"/>
        </a:p>
      </dgm:t>
    </dgm:pt>
    <dgm:pt modelId="{F4E55964-3B8C-4F6B-8A0F-504E77840E15}">
      <dgm:prSet phldrT="[Text]"/>
      <dgm:spPr/>
      <dgm:t>
        <a:bodyPr/>
        <a:lstStyle/>
        <a:p>
          <a:r>
            <a:rPr lang="en-GB" dirty="0" err="1"/>
            <a:t>Restaurant_latitude</a:t>
          </a:r>
          <a:endParaRPr lang="en-GB" dirty="0"/>
        </a:p>
      </dgm:t>
    </dgm:pt>
    <dgm:pt modelId="{53149C0C-0066-49D9-9D31-57D81F52AE88}" type="parTrans" cxnId="{CA82154F-E11B-4F97-A96F-D7666A3EECEB}">
      <dgm:prSet/>
      <dgm:spPr/>
      <dgm:t>
        <a:bodyPr/>
        <a:lstStyle/>
        <a:p>
          <a:endParaRPr lang="en-GB"/>
        </a:p>
      </dgm:t>
    </dgm:pt>
    <dgm:pt modelId="{775CF22F-F774-4262-9BDE-CE6FBA21BCE9}" type="sibTrans" cxnId="{CA82154F-E11B-4F97-A96F-D7666A3EECEB}">
      <dgm:prSet/>
      <dgm:spPr/>
      <dgm:t>
        <a:bodyPr/>
        <a:lstStyle/>
        <a:p>
          <a:endParaRPr lang="en-GB"/>
        </a:p>
      </dgm:t>
    </dgm:pt>
    <dgm:pt modelId="{7C2784C7-BB41-4449-986E-15211271DDC4}">
      <dgm:prSet phldrT="[Text]"/>
      <dgm:spPr/>
      <dgm:t>
        <a:bodyPr/>
        <a:lstStyle/>
        <a:p>
          <a:r>
            <a:rPr lang="en-GB" dirty="0"/>
            <a:t>Sustainability Evaluation</a:t>
          </a:r>
        </a:p>
      </dgm:t>
    </dgm:pt>
    <dgm:pt modelId="{6F26E218-BBD1-4CF2-8ED0-5DB5352E44B5}" type="parTrans" cxnId="{5DD25317-3300-47E1-AB69-C322353ECEBD}">
      <dgm:prSet/>
      <dgm:spPr/>
      <dgm:t>
        <a:bodyPr/>
        <a:lstStyle/>
        <a:p>
          <a:endParaRPr lang="en-GB"/>
        </a:p>
      </dgm:t>
    </dgm:pt>
    <dgm:pt modelId="{A39171F2-27B4-4A45-9744-657D4D421829}" type="sibTrans" cxnId="{5DD25317-3300-47E1-AB69-C322353ECEBD}">
      <dgm:prSet/>
      <dgm:spPr/>
      <dgm:t>
        <a:bodyPr/>
        <a:lstStyle/>
        <a:p>
          <a:endParaRPr lang="en-GB"/>
        </a:p>
      </dgm:t>
    </dgm:pt>
    <dgm:pt modelId="{5E666D2C-4C72-4C88-A1E7-11F2DD8CAD93}">
      <dgm:prSet phldrT="[Text]"/>
      <dgm:spPr/>
      <dgm:t>
        <a:bodyPr/>
        <a:lstStyle/>
        <a:p>
          <a:r>
            <a:rPr lang="en-GB" dirty="0"/>
            <a:t>Road Traffic</a:t>
          </a:r>
        </a:p>
      </dgm:t>
    </dgm:pt>
    <dgm:pt modelId="{91DA6A62-FFE3-4BAA-AE04-A13F7E56EAC4}" type="parTrans" cxnId="{FB5C2049-3EF2-43F1-A3BA-8CBFB2639A9A}">
      <dgm:prSet/>
      <dgm:spPr/>
      <dgm:t>
        <a:bodyPr/>
        <a:lstStyle/>
        <a:p>
          <a:endParaRPr lang="en-GB"/>
        </a:p>
      </dgm:t>
    </dgm:pt>
    <dgm:pt modelId="{279AEC59-D8EA-4809-B0B5-3EF17CC8BCD7}" type="sibTrans" cxnId="{FB5C2049-3EF2-43F1-A3BA-8CBFB2639A9A}">
      <dgm:prSet/>
      <dgm:spPr/>
      <dgm:t>
        <a:bodyPr/>
        <a:lstStyle/>
        <a:p>
          <a:endParaRPr lang="en-GB"/>
        </a:p>
      </dgm:t>
    </dgm:pt>
    <dgm:pt modelId="{F6095C1B-820A-4CC9-A956-40C74917ADDA}">
      <dgm:prSet/>
      <dgm:spPr/>
      <dgm:t>
        <a:bodyPr/>
        <a:lstStyle/>
        <a:p>
          <a:r>
            <a:rPr lang="en-GB" dirty="0" err="1"/>
            <a:t>Time_Orderd</a:t>
          </a:r>
          <a:endParaRPr lang="en-GB" dirty="0"/>
        </a:p>
      </dgm:t>
    </dgm:pt>
    <dgm:pt modelId="{93259E83-03D0-4BFA-A2F4-950CB2C7455F}" type="parTrans" cxnId="{AC1FF7B7-4FBA-478E-A525-BFAC58D09DF0}">
      <dgm:prSet/>
      <dgm:spPr/>
      <dgm:t>
        <a:bodyPr/>
        <a:lstStyle/>
        <a:p>
          <a:endParaRPr lang="en-GB"/>
        </a:p>
      </dgm:t>
    </dgm:pt>
    <dgm:pt modelId="{3BF105CB-FCF6-459E-B0BB-FC5FA4629699}" type="sibTrans" cxnId="{AC1FF7B7-4FBA-478E-A525-BFAC58D09DF0}">
      <dgm:prSet/>
      <dgm:spPr/>
      <dgm:t>
        <a:bodyPr/>
        <a:lstStyle/>
        <a:p>
          <a:endParaRPr lang="en-GB"/>
        </a:p>
      </dgm:t>
    </dgm:pt>
    <dgm:pt modelId="{D8DE50AD-9A34-4E8F-8CC0-36D32A4ECA0C}">
      <dgm:prSet/>
      <dgm:spPr/>
      <dgm:t>
        <a:bodyPr/>
        <a:lstStyle/>
        <a:p>
          <a:r>
            <a:rPr lang="en-GB"/>
            <a:t>Type_of_order</a:t>
          </a:r>
          <a:endParaRPr lang="en-GB" dirty="0"/>
        </a:p>
      </dgm:t>
    </dgm:pt>
    <dgm:pt modelId="{5DF407A1-0DF0-4D1A-A52F-128A4246CF77}" type="parTrans" cxnId="{A2FC3B9A-79AD-4FCE-84F5-6F3739FA45B7}">
      <dgm:prSet/>
      <dgm:spPr/>
      <dgm:t>
        <a:bodyPr/>
        <a:lstStyle/>
        <a:p>
          <a:endParaRPr lang="en-GB"/>
        </a:p>
      </dgm:t>
    </dgm:pt>
    <dgm:pt modelId="{CF2CF7C9-C42F-4B09-AEB2-F33ED480312B}" type="sibTrans" cxnId="{A2FC3B9A-79AD-4FCE-84F5-6F3739FA45B7}">
      <dgm:prSet/>
      <dgm:spPr/>
      <dgm:t>
        <a:bodyPr/>
        <a:lstStyle/>
        <a:p>
          <a:endParaRPr lang="en-GB"/>
        </a:p>
      </dgm:t>
    </dgm:pt>
    <dgm:pt modelId="{4A309705-1364-4B77-9FB4-74D36B03639A}">
      <dgm:prSet/>
      <dgm:spPr/>
      <dgm:t>
        <a:bodyPr/>
        <a:lstStyle/>
        <a:p>
          <a:r>
            <a:rPr lang="en-GB"/>
            <a:t>City</a:t>
          </a:r>
          <a:endParaRPr lang="en-GB" dirty="0"/>
        </a:p>
      </dgm:t>
    </dgm:pt>
    <dgm:pt modelId="{C07AD631-0F4F-4118-AC2C-C689B703B217}" type="parTrans" cxnId="{450277B2-F01E-4C77-896C-54778EACC8FD}">
      <dgm:prSet/>
      <dgm:spPr/>
      <dgm:t>
        <a:bodyPr/>
        <a:lstStyle/>
        <a:p>
          <a:endParaRPr lang="en-GB"/>
        </a:p>
      </dgm:t>
    </dgm:pt>
    <dgm:pt modelId="{89617444-837A-4691-9CE1-41B96710ACFA}" type="sibTrans" cxnId="{450277B2-F01E-4C77-896C-54778EACC8FD}">
      <dgm:prSet/>
      <dgm:spPr/>
      <dgm:t>
        <a:bodyPr/>
        <a:lstStyle/>
        <a:p>
          <a:endParaRPr lang="en-GB"/>
        </a:p>
      </dgm:t>
    </dgm:pt>
    <dgm:pt modelId="{CA2468C1-58FF-45C3-A7A2-91D7DD472D6E}">
      <dgm:prSet/>
      <dgm:spPr/>
      <dgm:t>
        <a:bodyPr/>
        <a:lstStyle/>
        <a:p>
          <a:r>
            <a:rPr lang="en-GB"/>
            <a:t>Restaurant_longitude</a:t>
          </a:r>
          <a:endParaRPr lang="en-GB" dirty="0"/>
        </a:p>
      </dgm:t>
    </dgm:pt>
    <dgm:pt modelId="{114322CF-FE7A-4CC5-B047-612AEA5EC12E}" type="parTrans" cxnId="{07F1F925-0462-4DED-A516-15E1A134D461}">
      <dgm:prSet/>
      <dgm:spPr/>
      <dgm:t>
        <a:bodyPr/>
        <a:lstStyle/>
        <a:p>
          <a:endParaRPr lang="en-GB"/>
        </a:p>
      </dgm:t>
    </dgm:pt>
    <dgm:pt modelId="{086F236F-AF11-4A7C-BE28-5081513E56A0}" type="sibTrans" cxnId="{07F1F925-0462-4DED-A516-15E1A134D461}">
      <dgm:prSet/>
      <dgm:spPr/>
      <dgm:t>
        <a:bodyPr/>
        <a:lstStyle/>
        <a:p>
          <a:endParaRPr lang="en-GB"/>
        </a:p>
      </dgm:t>
    </dgm:pt>
    <dgm:pt modelId="{644D366A-25CE-4449-98DA-0BD5BBF56569}">
      <dgm:prSet/>
      <dgm:spPr/>
      <dgm:t>
        <a:bodyPr/>
        <a:lstStyle/>
        <a:p>
          <a:r>
            <a:rPr lang="en-GB"/>
            <a:t>Delivery_location_latitude</a:t>
          </a:r>
          <a:endParaRPr lang="en-GB" dirty="0"/>
        </a:p>
      </dgm:t>
    </dgm:pt>
    <dgm:pt modelId="{ECAD9F0C-A017-4B60-986D-AA44DAD54B9E}" type="parTrans" cxnId="{29988DF1-1685-4118-810C-1E33168C2287}">
      <dgm:prSet/>
      <dgm:spPr/>
      <dgm:t>
        <a:bodyPr/>
        <a:lstStyle/>
        <a:p>
          <a:endParaRPr lang="en-GB"/>
        </a:p>
      </dgm:t>
    </dgm:pt>
    <dgm:pt modelId="{307DD1CA-98ED-47D6-A541-CEB4BA7949E7}" type="sibTrans" cxnId="{29988DF1-1685-4118-810C-1E33168C2287}">
      <dgm:prSet/>
      <dgm:spPr/>
      <dgm:t>
        <a:bodyPr/>
        <a:lstStyle/>
        <a:p>
          <a:endParaRPr lang="en-GB"/>
        </a:p>
      </dgm:t>
    </dgm:pt>
    <dgm:pt modelId="{B5BEF97E-9DA0-44E7-AA47-A4B28C0EFF98}">
      <dgm:prSet/>
      <dgm:spPr/>
      <dgm:t>
        <a:bodyPr/>
        <a:lstStyle/>
        <a:p>
          <a:r>
            <a:rPr lang="en-GB"/>
            <a:t>Delivery_location_longitude</a:t>
          </a:r>
          <a:endParaRPr lang="en-GB" dirty="0"/>
        </a:p>
      </dgm:t>
    </dgm:pt>
    <dgm:pt modelId="{34AA7705-92A1-4C39-97E7-57353E2FADE8}" type="parTrans" cxnId="{B22A29DF-1657-4661-AABD-5C616ACA4B29}">
      <dgm:prSet/>
      <dgm:spPr/>
      <dgm:t>
        <a:bodyPr/>
        <a:lstStyle/>
        <a:p>
          <a:endParaRPr lang="en-GB"/>
        </a:p>
      </dgm:t>
    </dgm:pt>
    <dgm:pt modelId="{754A00E2-3E6C-4C60-8163-423AAC1B8795}" type="sibTrans" cxnId="{B22A29DF-1657-4661-AABD-5C616ACA4B29}">
      <dgm:prSet/>
      <dgm:spPr/>
      <dgm:t>
        <a:bodyPr/>
        <a:lstStyle/>
        <a:p>
          <a:endParaRPr lang="en-GB"/>
        </a:p>
      </dgm:t>
    </dgm:pt>
    <dgm:pt modelId="{15F93950-07A2-40DD-A158-BC7A1AA1832C}">
      <dgm:prSet/>
      <dgm:spPr/>
      <dgm:t>
        <a:bodyPr/>
        <a:lstStyle/>
        <a:p>
          <a:r>
            <a:rPr lang="en-GB"/>
            <a:t>Time_Order_picked</a:t>
          </a:r>
          <a:endParaRPr lang="en-GB" dirty="0"/>
        </a:p>
      </dgm:t>
    </dgm:pt>
    <dgm:pt modelId="{B02B2D65-008E-40DA-B5B0-B3D1CA2114ED}" type="parTrans" cxnId="{304EA6F0-2BFB-4A79-9872-4E07FA008FF3}">
      <dgm:prSet/>
      <dgm:spPr/>
      <dgm:t>
        <a:bodyPr/>
        <a:lstStyle/>
        <a:p>
          <a:endParaRPr lang="en-GB"/>
        </a:p>
      </dgm:t>
    </dgm:pt>
    <dgm:pt modelId="{07BF435A-6F76-4E7A-A0BA-E5EA9768298A}" type="sibTrans" cxnId="{304EA6F0-2BFB-4A79-9872-4E07FA008FF3}">
      <dgm:prSet/>
      <dgm:spPr/>
      <dgm:t>
        <a:bodyPr/>
        <a:lstStyle/>
        <a:p>
          <a:endParaRPr lang="en-GB"/>
        </a:p>
      </dgm:t>
    </dgm:pt>
    <dgm:pt modelId="{0301C02C-C6E4-4B49-8F5D-A409ED8321BC}">
      <dgm:prSet/>
      <dgm:spPr/>
      <dgm:t>
        <a:bodyPr/>
        <a:lstStyle/>
        <a:p>
          <a:r>
            <a:rPr lang="en-GB"/>
            <a:t>Time_taken(min)</a:t>
          </a:r>
          <a:endParaRPr lang="en-GB" dirty="0"/>
        </a:p>
      </dgm:t>
    </dgm:pt>
    <dgm:pt modelId="{EF5550BD-DC5A-4E64-BBC7-A2485723EACF}" type="parTrans" cxnId="{DD783B8C-6C57-4B45-8D52-C0C30CFB6CF2}">
      <dgm:prSet/>
      <dgm:spPr/>
      <dgm:t>
        <a:bodyPr/>
        <a:lstStyle/>
        <a:p>
          <a:endParaRPr lang="en-GB"/>
        </a:p>
      </dgm:t>
    </dgm:pt>
    <dgm:pt modelId="{A0EAF593-3B69-4CA4-AAAA-742BD8BE4E23}" type="sibTrans" cxnId="{DD783B8C-6C57-4B45-8D52-C0C30CFB6CF2}">
      <dgm:prSet/>
      <dgm:spPr/>
      <dgm:t>
        <a:bodyPr/>
        <a:lstStyle/>
        <a:p>
          <a:endParaRPr lang="en-GB"/>
        </a:p>
      </dgm:t>
    </dgm:pt>
    <dgm:pt modelId="{E01EA745-0D8A-4E74-896D-B5579917132F}">
      <dgm:prSet phldrT="[Text]"/>
      <dgm:spPr/>
      <dgm:t>
        <a:bodyPr/>
        <a:lstStyle/>
        <a:p>
          <a:endParaRPr lang="en-GB" dirty="0"/>
        </a:p>
      </dgm:t>
    </dgm:pt>
    <dgm:pt modelId="{F66836A2-BDEA-4E49-B02D-855CBB0E5607}" type="parTrans" cxnId="{A5EC6B26-C0E9-49B6-99AB-1D1C6EAD4A8F}">
      <dgm:prSet/>
      <dgm:spPr/>
      <dgm:t>
        <a:bodyPr/>
        <a:lstStyle/>
        <a:p>
          <a:endParaRPr lang="en-GB"/>
        </a:p>
      </dgm:t>
    </dgm:pt>
    <dgm:pt modelId="{1CAB6030-5805-48B6-93A9-13811087C705}" type="sibTrans" cxnId="{A5EC6B26-C0E9-49B6-99AB-1D1C6EAD4A8F}">
      <dgm:prSet/>
      <dgm:spPr/>
      <dgm:t>
        <a:bodyPr/>
        <a:lstStyle/>
        <a:p>
          <a:endParaRPr lang="en-GB"/>
        </a:p>
      </dgm:t>
    </dgm:pt>
    <dgm:pt modelId="{48DEA943-AC1E-43EE-91C3-12225EB11768}">
      <dgm:prSet phldrT="[Text]"/>
      <dgm:spPr/>
      <dgm:t>
        <a:bodyPr/>
        <a:lstStyle/>
        <a:p>
          <a:r>
            <a:rPr lang="en-GB" dirty="0" err="1"/>
            <a:t>Type_of_Vehicle</a:t>
          </a:r>
          <a:endParaRPr lang="en-GB" dirty="0"/>
        </a:p>
      </dgm:t>
    </dgm:pt>
    <dgm:pt modelId="{AC69DD9E-11F2-4965-BEF3-D1245CF79CAA}" type="parTrans" cxnId="{43C7D363-CDD5-44A6-94D9-A0FF797A0952}">
      <dgm:prSet/>
      <dgm:spPr/>
      <dgm:t>
        <a:bodyPr/>
        <a:lstStyle/>
        <a:p>
          <a:endParaRPr lang="en-GB"/>
        </a:p>
      </dgm:t>
    </dgm:pt>
    <dgm:pt modelId="{11D34FAE-503D-4C8F-B855-D7C01BB9B306}" type="sibTrans" cxnId="{43C7D363-CDD5-44A6-94D9-A0FF797A0952}">
      <dgm:prSet/>
      <dgm:spPr/>
      <dgm:t>
        <a:bodyPr/>
        <a:lstStyle/>
        <a:p>
          <a:endParaRPr lang="en-GB"/>
        </a:p>
      </dgm:t>
    </dgm:pt>
    <dgm:pt modelId="{4FE1DAEE-0770-4035-A241-B9716CE93105}" type="pres">
      <dgm:prSet presAssocID="{7D5FD46E-A4D4-4226-8BA5-A313C5093656}" presName="Name0" presStyleCnt="0">
        <dgm:presLayoutVars>
          <dgm:dir/>
          <dgm:animLvl val="lvl"/>
          <dgm:resizeHandles val="exact"/>
        </dgm:presLayoutVars>
      </dgm:prSet>
      <dgm:spPr/>
    </dgm:pt>
    <dgm:pt modelId="{E0EC54A7-307A-4880-8F09-7D099C8A5B9E}" type="pres">
      <dgm:prSet presAssocID="{668CECBF-99C8-412C-9B9B-2C53ECE59433}" presName="composite" presStyleCnt="0"/>
      <dgm:spPr/>
    </dgm:pt>
    <dgm:pt modelId="{924CBBC5-52F5-4663-8060-2CF28E32ED06}" type="pres">
      <dgm:prSet presAssocID="{668CECBF-99C8-412C-9B9B-2C53ECE5943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AE3EE3B-7BF1-4C75-93A8-7AE31771D8C0}" type="pres">
      <dgm:prSet presAssocID="{668CECBF-99C8-412C-9B9B-2C53ECE59433}" presName="desTx" presStyleLbl="alignAccFollowNode1" presStyleIdx="0" presStyleCnt="3">
        <dgm:presLayoutVars>
          <dgm:bulletEnabled val="1"/>
        </dgm:presLayoutVars>
      </dgm:prSet>
      <dgm:spPr/>
    </dgm:pt>
    <dgm:pt modelId="{9ACFC6C7-8837-4B54-807A-231796ECC5F5}" type="pres">
      <dgm:prSet presAssocID="{E7ADC8D5-AF9A-4413-AC3B-E3CC6279C94E}" presName="space" presStyleCnt="0"/>
      <dgm:spPr/>
    </dgm:pt>
    <dgm:pt modelId="{13FC496E-1722-4E6C-9882-9E0727FEBD23}" type="pres">
      <dgm:prSet presAssocID="{09372648-82DA-450B-8B94-5361FDD486E9}" presName="composite" presStyleCnt="0"/>
      <dgm:spPr/>
    </dgm:pt>
    <dgm:pt modelId="{15FA442D-0A8E-47E2-AD90-9053C82109D8}" type="pres">
      <dgm:prSet presAssocID="{09372648-82DA-450B-8B94-5361FDD486E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01B6967-613B-4B51-8525-F6A6318136E4}" type="pres">
      <dgm:prSet presAssocID="{09372648-82DA-450B-8B94-5361FDD486E9}" presName="desTx" presStyleLbl="alignAccFollowNode1" presStyleIdx="1" presStyleCnt="3">
        <dgm:presLayoutVars>
          <dgm:bulletEnabled val="1"/>
        </dgm:presLayoutVars>
      </dgm:prSet>
      <dgm:spPr/>
    </dgm:pt>
    <dgm:pt modelId="{5C7B8828-1034-4A23-9030-8486CD0A376C}" type="pres">
      <dgm:prSet presAssocID="{36F974D8-4423-4247-869D-23BD136F089E}" presName="space" presStyleCnt="0"/>
      <dgm:spPr/>
    </dgm:pt>
    <dgm:pt modelId="{6323C3E2-ACFE-4EF0-8145-5859CB830A9B}" type="pres">
      <dgm:prSet presAssocID="{7C2784C7-BB41-4449-986E-15211271DDC4}" presName="composite" presStyleCnt="0"/>
      <dgm:spPr/>
    </dgm:pt>
    <dgm:pt modelId="{85B5A878-1652-4E71-B9FC-49D2C54FB104}" type="pres">
      <dgm:prSet presAssocID="{7C2784C7-BB41-4449-986E-15211271DDC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AF763B1-DF1D-4255-9487-915E524C8C6B}" type="pres">
      <dgm:prSet presAssocID="{7C2784C7-BB41-4449-986E-15211271DDC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6D46011-0112-4F24-9DBB-9BF5EF3046B9}" type="presOf" srcId="{BDC93F02-ECF6-429C-A03A-492E660EA76B}" destId="{FAE3EE3B-7BF1-4C75-93A8-7AE31771D8C0}" srcOrd="0" destOrd="0" presId="urn:microsoft.com/office/officeart/2005/8/layout/hList1"/>
    <dgm:cxn modelId="{5DD25317-3300-47E1-AB69-C322353ECEBD}" srcId="{7D5FD46E-A4D4-4226-8BA5-A313C5093656}" destId="{7C2784C7-BB41-4449-986E-15211271DDC4}" srcOrd="2" destOrd="0" parTransId="{6F26E218-BBD1-4CF2-8ED0-5DB5352E44B5}" sibTransId="{A39171F2-27B4-4A45-9744-657D4D421829}"/>
    <dgm:cxn modelId="{1DBD3323-CD2E-454F-9C5F-A962E6E73441}" type="presOf" srcId="{48DEA943-AC1E-43EE-91C3-12225EB11768}" destId="{4AF763B1-DF1D-4255-9487-915E524C8C6B}" srcOrd="0" destOrd="1" presId="urn:microsoft.com/office/officeart/2005/8/layout/hList1"/>
    <dgm:cxn modelId="{07F1F925-0462-4DED-A516-15E1A134D461}" srcId="{09372648-82DA-450B-8B94-5361FDD486E9}" destId="{CA2468C1-58FF-45C3-A7A2-91D7DD472D6E}" srcOrd="1" destOrd="0" parTransId="{114322CF-FE7A-4CC5-B047-612AEA5EC12E}" sibTransId="{086F236F-AF11-4A7C-BE28-5081513E56A0}"/>
    <dgm:cxn modelId="{A5EC6B26-C0E9-49B6-99AB-1D1C6EAD4A8F}" srcId="{7C2784C7-BB41-4449-986E-15211271DDC4}" destId="{E01EA745-0D8A-4E74-896D-B5579917132F}" srcOrd="2" destOrd="0" parTransId="{F66836A2-BDEA-4E49-B02D-855CBB0E5607}" sibTransId="{1CAB6030-5805-48B6-93A9-13811087C705}"/>
    <dgm:cxn modelId="{A1F1C23C-F234-4261-99C0-070C22F07DE3}" srcId="{668CECBF-99C8-412C-9B9B-2C53ECE59433}" destId="{BDC93F02-ECF6-429C-A03A-492E660EA76B}" srcOrd="0" destOrd="0" parTransId="{A4D7F002-F907-4986-979C-6D0B0DA2AEF5}" sibTransId="{A63253AB-B1B8-43B6-A5A1-7A595B8615A1}"/>
    <dgm:cxn modelId="{43C7D363-CDD5-44A6-94D9-A0FF797A0952}" srcId="{7C2784C7-BB41-4449-986E-15211271DDC4}" destId="{48DEA943-AC1E-43EE-91C3-12225EB11768}" srcOrd="1" destOrd="0" parTransId="{AC69DD9E-11F2-4965-BEF3-D1245CF79CAA}" sibTransId="{11D34FAE-503D-4C8F-B855-D7C01BB9B306}"/>
    <dgm:cxn modelId="{A56E9467-EF7D-4105-9E16-A6C737E9E230}" srcId="{7D5FD46E-A4D4-4226-8BA5-A313C5093656}" destId="{09372648-82DA-450B-8B94-5361FDD486E9}" srcOrd="1" destOrd="0" parTransId="{0C3B00C6-F32F-4EB8-8B7B-8093C967CF51}" sibTransId="{36F974D8-4423-4247-869D-23BD136F089E}"/>
    <dgm:cxn modelId="{7C50D068-ECCA-4AC2-AACC-E4EE4BC13CE1}" type="presOf" srcId="{B5BEF97E-9DA0-44E7-AA47-A4B28C0EFF98}" destId="{A01B6967-613B-4B51-8525-F6A6318136E4}" srcOrd="0" destOrd="3" presId="urn:microsoft.com/office/officeart/2005/8/layout/hList1"/>
    <dgm:cxn modelId="{DCEA0949-DE55-4DE9-A6CA-A755A74B2E5D}" type="presOf" srcId="{668CECBF-99C8-412C-9B9B-2C53ECE59433}" destId="{924CBBC5-52F5-4663-8060-2CF28E32ED06}" srcOrd="0" destOrd="0" presId="urn:microsoft.com/office/officeart/2005/8/layout/hList1"/>
    <dgm:cxn modelId="{FB5C2049-3EF2-43F1-A3BA-8CBFB2639A9A}" srcId="{7C2784C7-BB41-4449-986E-15211271DDC4}" destId="{5E666D2C-4C72-4C88-A1E7-11F2DD8CAD93}" srcOrd="0" destOrd="0" parTransId="{91DA6A62-FFE3-4BAA-AE04-A13F7E56EAC4}" sibTransId="{279AEC59-D8EA-4809-B0B5-3EF17CC8BCD7}"/>
    <dgm:cxn modelId="{CA82154F-E11B-4F97-A96F-D7666A3EECEB}" srcId="{09372648-82DA-450B-8B94-5361FDD486E9}" destId="{F4E55964-3B8C-4F6B-8A0F-504E77840E15}" srcOrd="0" destOrd="0" parTransId="{53149C0C-0066-49D9-9D31-57D81F52AE88}" sibTransId="{775CF22F-F774-4262-9BDE-CE6FBA21BCE9}"/>
    <dgm:cxn modelId="{8D8C1859-4012-4E59-9C76-498C226E957F}" type="presOf" srcId="{CA2468C1-58FF-45C3-A7A2-91D7DD472D6E}" destId="{A01B6967-613B-4B51-8525-F6A6318136E4}" srcOrd="0" destOrd="1" presId="urn:microsoft.com/office/officeart/2005/8/layout/hList1"/>
    <dgm:cxn modelId="{71E68579-8493-4E21-BB09-A0F62697C753}" type="presOf" srcId="{F6095C1B-820A-4CC9-A956-40C74917ADDA}" destId="{FAE3EE3B-7BF1-4C75-93A8-7AE31771D8C0}" srcOrd="0" destOrd="1" presId="urn:microsoft.com/office/officeart/2005/8/layout/hList1"/>
    <dgm:cxn modelId="{8BA21D7C-EB06-44E6-8F3D-5D9721E4E73C}" type="presOf" srcId="{D8DE50AD-9A34-4E8F-8CC0-36D32A4ECA0C}" destId="{FAE3EE3B-7BF1-4C75-93A8-7AE31771D8C0}" srcOrd="0" destOrd="2" presId="urn:microsoft.com/office/officeart/2005/8/layout/hList1"/>
    <dgm:cxn modelId="{0BC1CD8B-CBA4-4A29-B5A2-A4D8642AD8EF}" type="presOf" srcId="{E01EA745-0D8A-4E74-896D-B5579917132F}" destId="{4AF763B1-DF1D-4255-9487-915E524C8C6B}" srcOrd="0" destOrd="2" presId="urn:microsoft.com/office/officeart/2005/8/layout/hList1"/>
    <dgm:cxn modelId="{DD783B8C-6C57-4B45-8D52-C0C30CFB6CF2}" srcId="{09372648-82DA-450B-8B94-5361FDD486E9}" destId="{0301C02C-C6E4-4B49-8F5D-A409ED8321BC}" srcOrd="5" destOrd="0" parTransId="{EF5550BD-DC5A-4E64-BBC7-A2485723EACF}" sibTransId="{A0EAF593-3B69-4CA4-AAAA-742BD8BE4E23}"/>
    <dgm:cxn modelId="{A91FF991-E76F-4A66-BB77-210EE71EE1B3}" type="presOf" srcId="{15F93950-07A2-40DD-A158-BC7A1AA1832C}" destId="{A01B6967-613B-4B51-8525-F6A6318136E4}" srcOrd="0" destOrd="4" presId="urn:microsoft.com/office/officeart/2005/8/layout/hList1"/>
    <dgm:cxn modelId="{A2FC3B9A-79AD-4FCE-84F5-6F3739FA45B7}" srcId="{668CECBF-99C8-412C-9B9B-2C53ECE59433}" destId="{D8DE50AD-9A34-4E8F-8CC0-36D32A4ECA0C}" srcOrd="2" destOrd="0" parTransId="{5DF407A1-0DF0-4D1A-A52F-128A4246CF77}" sibTransId="{CF2CF7C9-C42F-4B09-AEB2-F33ED480312B}"/>
    <dgm:cxn modelId="{0CBB0AA7-323A-4E41-B069-034E574E7F8C}" type="presOf" srcId="{0301C02C-C6E4-4B49-8F5D-A409ED8321BC}" destId="{A01B6967-613B-4B51-8525-F6A6318136E4}" srcOrd="0" destOrd="5" presId="urn:microsoft.com/office/officeart/2005/8/layout/hList1"/>
    <dgm:cxn modelId="{450277B2-F01E-4C77-896C-54778EACC8FD}" srcId="{668CECBF-99C8-412C-9B9B-2C53ECE59433}" destId="{4A309705-1364-4B77-9FB4-74D36B03639A}" srcOrd="3" destOrd="0" parTransId="{C07AD631-0F4F-4118-AC2C-C689B703B217}" sibTransId="{89617444-837A-4691-9CE1-41B96710ACFA}"/>
    <dgm:cxn modelId="{71B8E7B6-052A-4F18-932F-A2DE0A96E178}" srcId="{7D5FD46E-A4D4-4226-8BA5-A313C5093656}" destId="{668CECBF-99C8-412C-9B9B-2C53ECE59433}" srcOrd="0" destOrd="0" parTransId="{F337BD30-A5E1-4B41-B561-38B92C2E7DE4}" sibTransId="{E7ADC8D5-AF9A-4413-AC3B-E3CC6279C94E}"/>
    <dgm:cxn modelId="{AC1FF7B7-4FBA-478E-A525-BFAC58D09DF0}" srcId="{668CECBF-99C8-412C-9B9B-2C53ECE59433}" destId="{F6095C1B-820A-4CC9-A956-40C74917ADDA}" srcOrd="1" destOrd="0" parTransId="{93259E83-03D0-4BFA-A2F4-950CB2C7455F}" sibTransId="{3BF105CB-FCF6-459E-B0BB-FC5FA4629699}"/>
    <dgm:cxn modelId="{022836C5-3EF7-433D-A91F-2E50321AD51B}" type="presOf" srcId="{644D366A-25CE-4449-98DA-0BD5BBF56569}" destId="{A01B6967-613B-4B51-8525-F6A6318136E4}" srcOrd="0" destOrd="2" presId="urn:microsoft.com/office/officeart/2005/8/layout/hList1"/>
    <dgm:cxn modelId="{483C4FD0-DC44-49FA-9E29-001EFA674391}" type="presOf" srcId="{7D5FD46E-A4D4-4226-8BA5-A313C5093656}" destId="{4FE1DAEE-0770-4035-A241-B9716CE93105}" srcOrd="0" destOrd="0" presId="urn:microsoft.com/office/officeart/2005/8/layout/hList1"/>
    <dgm:cxn modelId="{B22A29DF-1657-4661-AABD-5C616ACA4B29}" srcId="{09372648-82DA-450B-8B94-5361FDD486E9}" destId="{B5BEF97E-9DA0-44E7-AA47-A4B28C0EFF98}" srcOrd="3" destOrd="0" parTransId="{34AA7705-92A1-4C39-97E7-57353E2FADE8}" sibTransId="{754A00E2-3E6C-4C60-8163-423AAC1B8795}"/>
    <dgm:cxn modelId="{529EF8E1-8389-4DC7-B521-70727B7C0D2F}" type="presOf" srcId="{7C2784C7-BB41-4449-986E-15211271DDC4}" destId="{85B5A878-1652-4E71-B9FC-49D2C54FB104}" srcOrd="0" destOrd="0" presId="urn:microsoft.com/office/officeart/2005/8/layout/hList1"/>
    <dgm:cxn modelId="{FDA292E8-D616-4AE8-9E36-BBAB70EFA8BD}" type="presOf" srcId="{09372648-82DA-450B-8B94-5361FDD486E9}" destId="{15FA442D-0A8E-47E2-AD90-9053C82109D8}" srcOrd="0" destOrd="0" presId="urn:microsoft.com/office/officeart/2005/8/layout/hList1"/>
    <dgm:cxn modelId="{304EA6F0-2BFB-4A79-9872-4E07FA008FF3}" srcId="{09372648-82DA-450B-8B94-5361FDD486E9}" destId="{15F93950-07A2-40DD-A158-BC7A1AA1832C}" srcOrd="4" destOrd="0" parTransId="{B02B2D65-008E-40DA-B5B0-B3D1CA2114ED}" sibTransId="{07BF435A-6F76-4E7A-A0BA-E5EA9768298A}"/>
    <dgm:cxn modelId="{D05CB6F0-F740-427E-8552-BEF1FD6C0211}" type="presOf" srcId="{F4E55964-3B8C-4F6B-8A0F-504E77840E15}" destId="{A01B6967-613B-4B51-8525-F6A6318136E4}" srcOrd="0" destOrd="0" presId="urn:microsoft.com/office/officeart/2005/8/layout/hList1"/>
    <dgm:cxn modelId="{29988DF1-1685-4118-810C-1E33168C2287}" srcId="{09372648-82DA-450B-8B94-5361FDD486E9}" destId="{644D366A-25CE-4449-98DA-0BD5BBF56569}" srcOrd="2" destOrd="0" parTransId="{ECAD9F0C-A017-4B60-986D-AA44DAD54B9E}" sibTransId="{307DD1CA-98ED-47D6-A541-CEB4BA7949E7}"/>
    <dgm:cxn modelId="{9F2E03F6-B512-496C-B378-6665A2FA1CDE}" type="presOf" srcId="{4A309705-1364-4B77-9FB4-74D36B03639A}" destId="{FAE3EE3B-7BF1-4C75-93A8-7AE31771D8C0}" srcOrd="0" destOrd="3" presId="urn:microsoft.com/office/officeart/2005/8/layout/hList1"/>
    <dgm:cxn modelId="{695226FA-52CB-43B1-8C9D-A70D76F67354}" type="presOf" srcId="{5E666D2C-4C72-4C88-A1E7-11F2DD8CAD93}" destId="{4AF763B1-DF1D-4255-9487-915E524C8C6B}" srcOrd="0" destOrd="0" presId="urn:microsoft.com/office/officeart/2005/8/layout/hList1"/>
    <dgm:cxn modelId="{E68D0FF7-FE87-4082-BEB4-97FBF399C884}" type="presParOf" srcId="{4FE1DAEE-0770-4035-A241-B9716CE93105}" destId="{E0EC54A7-307A-4880-8F09-7D099C8A5B9E}" srcOrd="0" destOrd="0" presId="urn:microsoft.com/office/officeart/2005/8/layout/hList1"/>
    <dgm:cxn modelId="{5A433CA8-E0CC-4F6C-863A-8B000024AC80}" type="presParOf" srcId="{E0EC54A7-307A-4880-8F09-7D099C8A5B9E}" destId="{924CBBC5-52F5-4663-8060-2CF28E32ED06}" srcOrd="0" destOrd="0" presId="urn:microsoft.com/office/officeart/2005/8/layout/hList1"/>
    <dgm:cxn modelId="{77FB8B7A-C2D2-4C87-BE21-BDED85BD95CE}" type="presParOf" srcId="{E0EC54A7-307A-4880-8F09-7D099C8A5B9E}" destId="{FAE3EE3B-7BF1-4C75-93A8-7AE31771D8C0}" srcOrd="1" destOrd="0" presId="urn:microsoft.com/office/officeart/2005/8/layout/hList1"/>
    <dgm:cxn modelId="{2591E347-CB09-4278-AE02-CD4A26844DE8}" type="presParOf" srcId="{4FE1DAEE-0770-4035-A241-B9716CE93105}" destId="{9ACFC6C7-8837-4B54-807A-231796ECC5F5}" srcOrd="1" destOrd="0" presId="urn:microsoft.com/office/officeart/2005/8/layout/hList1"/>
    <dgm:cxn modelId="{41923008-BEE5-4560-A810-8229CBA0D639}" type="presParOf" srcId="{4FE1DAEE-0770-4035-A241-B9716CE93105}" destId="{13FC496E-1722-4E6C-9882-9E0727FEBD23}" srcOrd="2" destOrd="0" presId="urn:microsoft.com/office/officeart/2005/8/layout/hList1"/>
    <dgm:cxn modelId="{6DD4FF5C-53F5-442A-90AA-04C57C2BDDAA}" type="presParOf" srcId="{13FC496E-1722-4E6C-9882-9E0727FEBD23}" destId="{15FA442D-0A8E-47E2-AD90-9053C82109D8}" srcOrd="0" destOrd="0" presId="urn:microsoft.com/office/officeart/2005/8/layout/hList1"/>
    <dgm:cxn modelId="{05286F6C-0EDB-4662-B3A6-029CB1EDD13F}" type="presParOf" srcId="{13FC496E-1722-4E6C-9882-9E0727FEBD23}" destId="{A01B6967-613B-4B51-8525-F6A6318136E4}" srcOrd="1" destOrd="0" presId="urn:microsoft.com/office/officeart/2005/8/layout/hList1"/>
    <dgm:cxn modelId="{706BA08E-F634-404A-A268-C06F3E3ACEDA}" type="presParOf" srcId="{4FE1DAEE-0770-4035-A241-B9716CE93105}" destId="{5C7B8828-1034-4A23-9030-8486CD0A376C}" srcOrd="3" destOrd="0" presId="urn:microsoft.com/office/officeart/2005/8/layout/hList1"/>
    <dgm:cxn modelId="{D7777286-904A-498E-B2CE-F176CF92FA88}" type="presParOf" srcId="{4FE1DAEE-0770-4035-A241-B9716CE93105}" destId="{6323C3E2-ACFE-4EF0-8145-5859CB830A9B}" srcOrd="4" destOrd="0" presId="urn:microsoft.com/office/officeart/2005/8/layout/hList1"/>
    <dgm:cxn modelId="{49911299-01A7-4719-82BD-3558CBBF5F4B}" type="presParOf" srcId="{6323C3E2-ACFE-4EF0-8145-5859CB830A9B}" destId="{85B5A878-1652-4E71-B9FC-49D2C54FB104}" srcOrd="0" destOrd="0" presId="urn:microsoft.com/office/officeart/2005/8/layout/hList1"/>
    <dgm:cxn modelId="{FA933167-417C-4613-8C44-A2939FB00123}" type="presParOf" srcId="{6323C3E2-ACFE-4EF0-8145-5859CB830A9B}" destId="{4AF763B1-DF1D-4255-9487-915E524C8C6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863D2-D52D-4A83-A0EC-613F51722687}">
      <dsp:nvSpPr>
        <dsp:cNvPr id="0" name=""/>
        <dsp:cNvSpPr/>
      </dsp:nvSpPr>
      <dsp:spPr>
        <a:xfrm>
          <a:off x="2967449" y="1506731"/>
          <a:ext cx="6505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051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/>
        </a:p>
      </dsp:txBody>
      <dsp:txXfrm>
        <a:off x="3275680" y="1549046"/>
        <a:ext cx="34055" cy="6811"/>
      </dsp:txXfrm>
    </dsp:sp>
    <dsp:sp modelId="{ADE9C5DA-4AAE-43AD-B5BD-8756D93BE5EE}">
      <dsp:nvSpPr>
        <dsp:cNvPr id="0" name=""/>
        <dsp:cNvSpPr/>
      </dsp:nvSpPr>
      <dsp:spPr>
        <a:xfrm>
          <a:off x="7866" y="664036"/>
          <a:ext cx="2961382" cy="177682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highlight>
                <a:srgbClr val="800000"/>
              </a:highlight>
            </a:rPr>
            <a:t>Dataset Pre-Processing</a:t>
          </a:r>
          <a:r>
            <a:rPr lang="en-GB" sz="1400" b="1" kern="1200" dirty="0"/>
            <a:t> - Preparing and calibrating</a:t>
          </a:r>
          <a:r>
            <a:rPr lang="en-GB" sz="1400" kern="1200" dirty="0"/>
            <a:t> data for accurate distance and demand modelling</a:t>
          </a:r>
        </a:p>
      </dsp:txBody>
      <dsp:txXfrm>
        <a:off x="7866" y="664036"/>
        <a:ext cx="2961382" cy="1776829"/>
      </dsp:txXfrm>
    </dsp:sp>
    <dsp:sp modelId="{D06ACF5A-5906-410C-B6E7-3188701C4199}">
      <dsp:nvSpPr>
        <dsp:cNvPr id="0" name=""/>
        <dsp:cNvSpPr/>
      </dsp:nvSpPr>
      <dsp:spPr>
        <a:xfrm>
          <a:off x="6609950" y="1506731"/>
          <a:ext cx="6505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051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/>
        </a:p>
      </dsp:txBody>
      <dsp:txXfrm>
        <a:off x="6918181" y="1549046"/>
        <a:ext cx="34055" cy="6811"/>
      </dsp:txXfrm>
    </dsp:sp>
    <dsp:sp modelId="{66DD2BBC-7056-4B0D-A8F5-7E70B7ECB54B}">
      <dsp:nvSpPr>
        <dsp:cNvPr id="0" name=""/>
        <dsp:cNvSpPr/>
      </dsp:nvSpPr>
      <dsp:spPr>
        <a:xfrm>
          <a:off x="3650367" y="664036"/>
          <a:ext cx="2961382" cy="177682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Demand Prediction - </a:t>
          </a:r>
          <a:r>
            <a:rPr lang="en-GB" sz="1400" b="0" kern="1200" dirty="0"/>
            <a:t>Using </a:t>
          </a:r>
          <a:r>
            <a:rPr lang="en-GB" sz="1400" b="1" kern="1200" dirty="0"/>
            <a:t>LSTM </a:t>
          </a:r>
          <a:r>
            <a:rPr lang="en-GB" sz="1400" b="0" kern="1200" dirty="0"/>
            <a:t>to f</a:t>
          </a:r>
          <a:r>
            <a:rPr lang="en-GB" sz="1400" b="0" kern="1200" dirty="0">
              <a:highlight>
                <a:srgbClr val="800000"/>
              </a:highlight>
            </a:rPr>
            <a:t>orecast delivery demand</a:t>
          </a:r>
          <a:r>
            <a:rPr lang="en-GB" sz="1400" b="0" kern="1200" dirty="0"/>
            <a:t> in dynamic settings like restaurants (</a:t>
          </a:r>
          <a:r>
            <a:rPr lang="en-GB" sz="1400" b="0" kern="1200" dirty="0" err="1"/>
            <a:t>Abbasimehr</a:t>
          </a:r>
          <a:r>
            <a:rPr lang="en-GB" sz="1400" b="0" kern="1200" dirty="0"/>
            <a:t> et al., 2020)</a:t>
          </a:r>
        </a:p>
      </dsp:txBody>
      <dsp:txXfrm>
        <a:off x="3650367" y="664036"/>
        <a:ext cx="2961382" cy="1776829"/>
      </dsp:txXfrm>
    </dsp:sp>
    <dsp:sp modelId="{1461E9F3-450F-4AF8-AE70-D6EB6F958BA7}">
      <dsp:nvSpPr>
        <dsp:cNvPr id="0" name=""/>
        <dsp:cNvSpPr/>
      </dsp:nvSpPr>
      <dsp:spPr>
        <a:xfrm>
          <a:off x="1488558" y="2439066"/>
          <a:ext cx="7285001" cy="650518"/>
        </a:xfrm>
        <a:custGeom>
          <a:avLst/>
          <a:gdLst/>
          <a:ahLst/>
          <a:cxnLst/>
          <a:rect l="0" t="0" r="0" b="0"/>
          <a:pathLst>
            <a:path>
              <a:moveTo>
                <a:pt x="7285001" y="0"/>
              </a:moveTo>
              <a:lnTo>
                <a:pt x="7285001" y="342359"/>
              </a:lnTo>
              <a:lnTo>
                <a:pt x="0" y="342359"/>
              </a:lnTo>
              <a:lnTo>
                <a:pt x="0" y="650518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/>
        </a:p>
      </dsp:txBody>
      <dsp:txXfrm>
        <a:off x="4948139" y="2760919"/>
        <a:ext cx="365838" cy="6811"/>
      </dsp:txXfrm>
    </dsp:sp>
    <dsp:sp modelId="{BBFF5456-DB1E-4939-9B2B-059628EC5B4C}">
      <dsp:nvSpPr>
        <dsp:cNvPr id="0" name=""/>
        <dsp:cNvSpPr/>
      </dsp:nvSpPr>
      <dsp:spPr>
        <a:xfrm>
          <a:off x="7292868" y="664036"/>
          <a:ext cx="2961382" cy="177682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Distance Calculation - Google Distance Matrix API</a:t>
          </a:r>
          <a:r>
            <a:rPr lang="en-GB" sz="1400" kern="1200" dirty="0"/>
            <a:t> for </a:t>
          </a:r>
          <a:r>
            <a:rPr lang="en-GB" sz="1400" kern="1200" dirty="0">
              <a:highlight>
                <a:srgbClr val="800000"/>
              </a:highlight>
            </a:rPr>
            <a:t>calculating real-time, vehicle route distances</a:t>
          </a:r>
        </a:p>
      </dsp:txBody>
      <dsp:txXfrm>
        <a:off x="7292868" y="664036"/>
        <a:ext cx="2961382" cy="1776829"/>
      </dsp:txXfrm>
    </dsp:sp>
    <dsp:sp modelId="{16350F98-1D02-4889-AA36-A961BD497992}">
      <dsp:nvSpPr>
        <dsp:cNvPr id="0" name=""/>
        <dsp:cNvSpPr/>
      </dsp:nvSpPr>
      <dsp:spPr>
        <a:xfrm>
          <a:off x="2967449" y="3964679"/>
          <a:ext cx="6505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051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275680" y="4006993"/>
        <a:ext cx="34055" cy="6811"/>
      </dsp:txXfrm>
    </dsp:sp>
    <dsp:sp modelId="{9A18C4A8-607F-46EF-9228-3ECDC8352C57}">
      <dsp:nvSpPr>
        <dsp:cNvPr id="0" name=""/>
        <dsp:cNvSpPr/>
      </dsp:nvSpPr>
      <dsp:spPr>
        <a:xfrm>
          <a:off x="7866" y="3121984"/>
          <a:ext cx="2961382" cy="177682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Identifying </a:t>
          </a:r>
          <a:r>
            <a:rPr lang="en-GB" sz="1400" b="1" kern="1200" dirty="0">
              <a:highlight>
                <a:srgbClr val="800000"/>
              </a:highlight>
            </a:rPr>
            <a:t>Different Clusters of Locations</a:t>
          </a:r>
          <a:r>
            <a:rPr lang="en-GB" sz="1400" kern="1200" dirty="0"/>
            <a:t> of the predicted Demand - </a:t>
          </a:r>
          <a:r>
            <a:rPr lang="en-GB" sz="1400" b="1" kern="1200" dirty="0"/>
            <a:t>k-means Clustering</a:t>
          </a:r>
          <a:r>
            <a:rPr lang="en-GB" sz="1400" kern="1200" dirty="0"/>
            <a:t> (</a:t>
          </a:r>
          <a:r>
            <a:rPr lang="en-GB" sz="1400" kern="1200" dirty="0" err="1"/>
            <a:t>Rautela</a:t>
          </a:r>
          <a:r>
            <a:rPr lang="en-GB" sz="1400" kern="1200" dirty="0"/>
            <a:t> et al., 2019) </a:t>
          </a:r>
        </a:p>
      </dsp:txBody>
      <dsp:txXfrm>
        <a:off x="7866" y="3121984"/>
        <a:ext cx="2961382" cy="1776829"/>
      </dsp:txXfrm>
    </dsp:sp>
    <dsp:sp modelId="{A46A6CF9-DE7C-4FE1-ADD5-F89B555D4B07}">
      <dsp:nvSpPr>
        <dsp:cNvPr id="0" name=""/>
        <dsp:cNvSpPr/>
      </dsp:nvSpPr>
      <dsp:spPr>
        <a:xfrm>
          <a:off x="6609950" y="3964679"/>
          <a:ext cx="6505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051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/>
        </a:p>
      </dsp:txBody>
      <dsp:txXfrm>
        <a:off x="6918181" y="4006993"/>
        <a:ext cx="34055" cy="6811"/>
      </dsp:txXfrm>
    </dsp:sp>
    <dsp:sp modelId="{39E89F7C-96BB-4A9C-BD68-A86EC10C921B}">
      <dsp:nvSpPr>
        <dsp:cNvPr id="0" name=""/>
        <dsp:cNvSpPr/>
      </dsp:nvSpPr>
      <dsp:spPr>
        <a:xfrm>
          <a:off x="3650367" y="3121984"/>
          <a:ext cx="2961382" cy="177682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Vehicle Routing Problem (VRP) Scenario Analysis</a:t>
          </a:r>
          <a:r>
            <a:rPr lang="en-GB" sz="1400" kern="1200" dirty="0"/>
            <a:t> to simulate various routing constraints and demand scenarios, like time </a:t>
          </a:r>
          <a:r>
            <a:rPr lang="en-GB" sz="1400" kern="1200" dirty="0">
              <a:highlight>
                <a:srgbClr val="800000"/>
              </a:highlight>
            </a:rPr>
            <a:t>windows, pickups, deliveries, and capacity</a:t>
          </a:r>
          <a:r>
            <a:rPr lang="en-GB" sz="1400" kern="1200" dirty="0"/>
            <a:t>. (Giuffrida et al., 2022) and </a:t>
          </a:r>
          <a:r>
            <a:rPr lang="en-GB" sz="1400" kern="1200" dirty="0">
              <a:highlight>
                <a:srgbClr val="800000"/>
              </a:highlight>
            </a:rPr>
            <a:t>specifically run for different clusters of demand</a:t>
          </a:r>
        </a:p>
      </dsp:txBody>
      <dsp:txXfrm>
        <a:off x="3650367" y="3121984"/>
        <a:ext cx="2961382" cy="1776829"/>
      </dsp:txXfrm>
    </dsp:sp>
    <dsp:sp modelId="{8BFF5810-90C0-4112-82C5-E78F473ADB95}">
      <dsp:nvSpPr>
        <dsp:cNvPr id="0" name=""/>
        <dsp:cNvSpPr/>
      </dsp:nvSpPr>
      <dsp:spPr>
        <a:xfrm>
          <a:off x="7292868" y="3121984"/>
          <a:ext cx="2961382" cy="177682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Sustainability Evaluation Comparing </a:t>
          </a:r>
          <a:r>
            <a:rPr lang="en-GB" sz="1400" b="1" kern="1200" dirty="0">
              <a:highlight>
                <a:srgbClr val="800000"/>
              </a:highlight>
            </a:rPr>
            <a:t>Social / Environmental / </a:t>
          </a:r>
          <a:r>
            <a:rPr lang="en-GB" sz="1400" b="1" kern="1200" dirty="0" err="1">
              <a:highlight>
                <a:srgbClr val="800000"/>
              </a:highlight>
            </a:rPr>
            <a:t>Econimical</a:t>
          </a:r>
          <a:r>
            <a:rPr lang="en-GB" sz="1400" b="1" kern="1200" dirty="0">
              <a:highlight>
                <a:srgbClr val="800000"/>
              </a:highlight>
            </a:rPr>
            <a:t> impacts</a:t>
          </a:r>
          <a:r>
            <a:rPr lang="en-GB" sz="1400" b="1" kern="1200" dirty="0"/>
            <a:t> </a:t>
          </a:r>
          <a:r>
            <a:rPr lang="en-GB" sz="1400" kern="1200" dirty="0"/>
            <a:t>of using Cargo E-Bikes vs Traditional Bikes</a:t>
          </a:r>
        </a:p>
      </dsp:txBody>
      <dsp:txXfrm>
        <a:off x="7292868" y="3121984"/>
        <a:ext cx="2961382" cy="17768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CBBC5-52F5-4663-8060-2CF28E32ED06}">
      <dsp:nvSpPr>
        <dsp:cNvPr id="0" name=""/>
        <dsp:cNvSpPr/>
      </dsp:nvSpPr>
      <dsp:spPr>
        <a:xfrm>
          <a:off x="3705" y="44079"/>
          <a:ext cx="3612894" cy="3456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For Demand Prediction</a:t>
          </a:r>
        </a:p>
      </dsp:txBody>
      <dsp:txXfrm>
        <a:off x="3705" y="44079"/>
        <a:ext cx="3612894" cy="345600"/>
      </dsp:txXfrm>
    </dsp:sp>
    <dsp:sp modelId="{FAE3EE3B-7BF1-4C75-93A8-7AE31771D8C0}">
      <dsp:nvSpPr>
        <dsp:cNvPr id="0" name=""/>
        <dsp:cNvSpPr/>
      </dsp:nvSpPr>
      <dsp:spPr>
        <a:xfrm>
          <a:off x="3705" y="389679"/>
          <a:ext cx="3612894" cy="12970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 err="1"/>
            <a:t>Order_Date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 err="1"/>
            <a:t>Time_Orderd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Type_of_order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City</a:t>
          </a:r>
          <a:endParaRPr lang="en-GB" sz="1200" kern="1200" dirty="0"/>
        </a:p>
      </dsp:txBody>
      <dsp:txXfrm>
        <a:off x="3705" y="389679"/>
        <a:ext cx="3612894" cy="1297012"/>
      </dsp:txXfrm>
    </dsp:sp>
    <dsp:sp modelId="{15FA442D-0A8E-47E2-AD90-9053C82109D8}">
      <dsp:nvSpPr>
        <dsp:cNvPr id="0" name=""/>
        <dsp:cNvSpPr/>
      </dsp:nvSpPr>
      <dsp:spPr>
        <a:xfrm>
          <a:off x="4122404" y="44079"/>
          <a:ext cx="3612894" cy="3456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For Route Optimization</a:t>
          </a:r>
        </a:p>
      </dsp:txBody>
      <dsp:txXfrm>
        <a:off x="4122404" y="44079"/>
        <a:ext cx="3612894" cy="345600"/>
      </dsp:txXfrm>
    </dsp:sp>
    <dsp:sp modelId="{A01B6967-613B-4B51-8525-F6A6318136E4}">
      <dsp:nvSpPr>
        <dsp:cNvPr id="0" name=""/>
        <dsp:cNvSpPr/>
      </dsp:nvSpPr>
      <dsp:spPr>
        <a:xfrm>
          <a:off x="4122404" y="389679"/>
          <a:ext cx="3612894" cy="12970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 err="1"/>
            <a:t>Restaurant_latitude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Restaurant_longitude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Delivery_location_latitude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Delivery_location_longitude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Time_Order_picked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Time_taken(min)</a:t>
          </a:r>
          <a:endParaRPr lang="en-GB" sz="1200" kern="1200" dirty="0"/>
        </a:p>
      </dsp:txBody>
      <dsp:txXfrm>
        <a:off x="4122404" y="389679"/>
        <a:ext cx="3612894" cy="1297012"/>
      </dsp:txXfrm>
    </dsp:sp>
    <dsp:sp modelId="{85B5A878-1652-4E71-B9FC-49D2C54FB104}">
      <dsp:nvSpPr>
        <dsp:cNvPr id="0" name=""/>
        <dsp:cNvSpPr/>
      </dsp:nvSpPr>
      <dsp:spPr>
        <a:xfrm>
          <a:off x="8241104" y="44079"/>
          <a:ext cx="3612894" cy="3456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Sustainability Evaluation</a:t>
          </a:r>
        </a:p>
      </dsp:txBody>
      <dsp:txXfrm>
        <a:off x="8241104" y="44079"/>
        <a:ext cx="3612894" cy="345600"/>
      </dsp:txXfrm>
    </dsp:sp>
    <dsp:sp modelId="{4AF763B1-DF1D-4255-9487-915E524C8C6B}">
      <dsp:nvSpPr>
        <dsp:cNvPr id="0" name=""/>
        <dsp:cNvSpPr/>
      </dsp:nvSpPr>
      <dsp:spPr>
        <a:xfrm>
          <a:off x="8241104" y="389679"/>
          <a:ext cx="3612894" cy="12970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Road Traffic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 err="1"/>
            <a:t>Type_of_Vehicle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200" kern="1200" dirty="0"/>
        </a:p>
      </dsp:txBody>
      <dsp:txXfrm>
        <a:off x="8241104" y="389679"/>
        <a:ext cx="3612894" cy="1297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2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5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27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2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4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12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5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03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5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9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4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11/3/2024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96879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93" r:id="rId6"/>
    <p:sldLayoutId id="2147483689" r:id="rId7"/>
    <p:sldLayoutId id="2147483690" r:id="rId8"/>
    <p:sldLayoutId id="2147483691" r:id="rId9"/>
    <p:sldLayoutId id="2147483692" r:id="rId10"/>
    <p:sldLayoutId id="21474836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kaggle.com/datasets/gauravmalik26/food-delivery-datase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emanticscholar.org/CorpusID:195516656" TargetMode="External"/><Relationship Id="rId2" Type="http://schemas.openxmlformats.org/officeDocument/2006/relationships/hyperlink" Target="https://doi.org/10.3390/su14095329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9FB13-950E-AED7-96A2-0DD948646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943" y="419032"/>
            <a:ext cx="4886944" cy="3564465"/>
          </a:xfrm>
        </p:spPr>
        <p:txBody>
          <a:bodyPr>
            <a:normAutofit fontScale="90000"/>
          </a:bodyPr>
          <a:lstStyle/>
          <a:p>
            <a:r>
              <a:rPr lang="en-GB" sz="5400" dirty="0"/>
              <a:t>Demand Derived Sustainable Routing for Restaurant Deliveries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44A9D-F1E2-A2F2-2F10-8BB90E1D7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662" y="5204579"/>
            <a:ext cx="4500561" cy="1320249"/>
          </a:xfrm>
        </p:spPr>
        <p:txBody>
          <a:bodyPr>
            <a:normAutofit/>
          </a:bodyPr>
          <a:lstStyle/>
          <a:p>
            <a:r>
              <a:rPr lang="en-GB" dirty="0"/>
              <a:t>S. U. G. Senanayake</a:t>
            </a:r>
          </a:p>
          <a:p>
            <a:r>
              <a:rPr lang="en-GB" dirty="0"/>
              <a:t>201462D</a:t>
            </a:r>
          </a:p>
          <a:p>
            <a:r>
              <a:rPr lang="en-GB" dirty="0"/>
              <a:t>Prof. </a:t>
            </a:r>
            <a:r>
              <a:rPr lang="en-GB" dirty="0" err="1"/>
              <a:t>Amila</a:t>
            </a:r>
            <a:r>
              <a:rPr lang="en-GB" dirty="0"/>
              <a:t> </a:t>
            </a:r>
            <a:r>
              <a:rPr lang="en-GB" dirty="0" err="1"/>
              <a:t>Thibbotuwawa</a:t>
            </a:r>
            <a:endParaRPr lang="en-GB" dirty="0"/>
          </a:p>
        </p:txBody>
      </p:sp>
      <p:pic>
        <p:nvPicPr>
          <p:cNvPr id="4" name="Picture 3" descr="A colorful swirls of paint&#10;&#10;Description automatically generated with medium confidence">
            <a:extLst>
              <a:ext uri="{FF2B5EF4-FFF2-40B4-BE49-F238E27FC236}">
                <a16:creationId xmlns:a16="http://schemas.microsoft.com/office/drawing/2014/main" id="{7F5F54A9-2B96-1D1A-AB84-F0220D6758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23" r="23056" b="-1"/>
          <a:stretch/>
        </p:blipFill>
        <p:spPr>
          <a:xfrm>
            <a:off x="5747424" y="10"/>
            <a:ext cx="6444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1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92174-E35B-DA4F-91C5-A8C9AB08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4E7CE-7296-EE3D-3DBC-B47F57BC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CED69-0609-B023-04C8-6256E2EC2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179576"/>
            <a:ext cx="11504517" cy="5526024"/>
          </a:xfrm>
        </p:spPr>
        <p:txBody>
          <a:bodyPr>
            <a:normAutofit fontScale="77500" lnSpcReduction="20000"/>
          </a:bodyPr>
          <a:lstStyle/>
          <a:p>
            <a:pPr marL="274320" indent="-274320" algn="l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GB" sz="2600" b="1" kern="1200" spc="50" baseline="0" dirty="0">
                <a:solidFill>
                  <a:srgbClr val="FFFFFF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Background</a:t>
            </a:r>
          </a:p>
          <a:p>
            <a:pPr marL="722376" indent="-274320" algn="l" rtl="0" eaLnBrk="1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lang="en-GB" u="sng" dirty="0"/>
              <a:t>Rise in Demand for Restaurant Deliveries</a:t>
            </a:r>
          </a:p>
          <a:p>
            <a:pPr marL="1172376" lvl="1" indent="-274320"/>
            <a:r>
              <a:rPr lang="en-GB" b="1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Pandemic Impact</a:t>
            </a:r>
            <a:r>
              <a:rPr lang="en-GB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: COVID-19 lockdowns </a:t>
            </a:r>
            <a:r>
              <a:rPr lang="en-GB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Avenir Next LT Pro" panose="020B0504020202020204" pitchFamily="34" charset="0"/>
              </a:rPr>
              <a:t>increased consumer demand for restaurant deliveries </a:t>
            </a:r>
            <a:r>
              <a:rPr lang="en-GB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(Jia et al., 2020)</a:t>
            </a:r>
          </a:p>
          <a:p>
            <a:pPr marL="1172376" lvl="1" indent="-274320"/>
            <a:r>
              <a:rPr lang="en-GB" b="1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Third-Party Delivery Costs</a:t>
            </a:r>
            <a:r>
              <a:rPr lang="en-GB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: Many restaurants partner with third-party services for scalability, but </a:t>
            </a:r>
            <a:r>
              <a:rPr lang="en-GB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Avenir Next LT Pro" panose="020B0504020202020204" pitchFamily="34" charset="0"/>
              </a:rPr>
              <a:t>high fees (20%-30%) strain profitability</a:t>
            </a:r>
            <a:r>
              <a:rPr lang="en-GB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 (Khan, 2020).</a:t>
            </a:r>
          </a:p>
          <a:p>
            <a:pPr marL="1172376" lvl="1" indent="-274320"/>
            <a:r>
              <a:rPr lang="en-GB" b="1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Shift Toward In-House Solutions</a:t>
            </a:r>
            <a:r>
              <a:rPr lang="en-GB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: Restaurants are exploring </a:t>
            </a:r>
            <a:r>
              <a:rPr lang="en-GB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Avenir Next LT Pro" panose="020B0504020202020204" pitchFamily="34" charset="0"/>
              </a:rPr>
              <a:t>in-house delivery options</a:t>
            </a:r>
            <a:r>
              <a:rPr lang="en-GB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 to improve control and cost-effectiveness (Labib &amp; </a:t>
            </a:r>
            <a:r>
              <a:rPr lang="en-GB" dirty="0" err="1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Watfa</a:t>
            </a:r>
            <a:r>
              <a:rPr lang="en-GB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, 2023).</a:t>
            </a:r>
          </a:p>
          <a:p>
            <a:pPr marL="722376" indent="-274320"/>
            <a:r>
              <a:rPr lang="en-GB" u="sng" dirty="0">
                <a:solidFill>
                  <a:srgbClr val="FFFFFF"/>
                </a:solidFill>
                <a:effectLst/>
                <a:latin typeface="Avenir Next LT Pro" panose="020B0504020202020204" pitchFamily="34" charset="0"/>
              </a:rPr>
              <a:t>Delivery Personnel Optimization</a:t>
            </a:r>
          </a:p>
          <a:p>
            <a:pPr marL="1172376" lvl="1" indent="-274320"/>
            <a:r>
              <a:rPr lang="en-GB" b="1" dirty="0"/>
              <a:t>Efficient Staffing</a:t>
            </a:r>
            <a:r>
              <a:rPr lang="en-GB" dirty="0"/>
              <a:t>: </a:t>
            </a:r>
            <a:r>
              <a:rPr lang="en-GB" dirty="0">
                <a:highlight>
                  <a:srgbClr val="000000"/>
                </a:highlight>
              </a:rPr>
              <a:t>Optimizing hiring and shift scheduling</a:t>
            </a:r>
            <a:r>
              <a:rPr lang="en-GB" dirty="0"/>
              <a:t> for delivery personnel is essential to </a:t>
            </a:r>
            <a:r>
              <a:rPr lang="en-GB" dirty="0">
                <a:highlight>
                  <a:srgbClr val="000000"/>
                </a:highlight>
              </a:rPr>
              <a:t>manage costs and service quality</a:t>
            </a:r>
            <a:r>
              <a:rPr lang="en-GB" dirty="0"/>
              <a:t>.</a:t>
            </a:r>
          </a:p>
          <a:p>
            <a:pPr marL="1172376" lvl="1" indent="-274320"/>
            <a:r>
              <a:rPr lang="en-GB" b="1" dirty="0"/>
              <a:t>Challenges</a:t>
            </a:r>
            <a:r>
              <a:rPr lang="en-GB" dirty="0"/>
              <a:t>: Balancing cost, demand fluctuations, and sustainable work shifts requires careful planning (Gur, 2020)</a:t>
            </a:r>
          </a:p>
          <a:p>
            <a:pPr marL="722376" indent="-274320"/>
            <a:r>
              <a:rPr lang="en-GB" u="sng" dirty="0"/>
              <a:t>Sustainable Delivery Fleet</a:t>
            </a:r>
          </a:p>
          <a:p>
            <a:pPr marL="1172376" lvl="1" indent="-274320"/>
            <a:r>
              <a:rPr lang="en-GB" b="1" dirty="0"/>
              <a:t>E-Bikes as an Eco-Friendly Solution</a:t>
            </a:r>
            <a:r>
              <a:rPr lang="en-GB" dirty="0"/>
              <a:t>: Cargo e-bikes equipped with IoT are effective in </a:t>
            </a:r>
            <a:r>
              <a:rPr lang="en-GB" dirty="0">
                <a:highlight>
                  <a:srgbClr val="000000"/>
                </a:highlight>
              </a:rPr>
              <a:t>reducing urban noise and pollution, making them a sustainable delivery option </a:t>
            </a:r>
            <a:r>
              <a:rPr lang="en-GB" dirty="0"/>
              <a:t>(</a:t>
            </a:r>
            <a:r>
              <a:rPr lang="en-GB" dirty="0" err="1"/>
              <a:t>Tegeltija</a:t>
            </a:r>
            <a:r>
              <a:rPr lang="en-GB" dirty="0"/>
              <a:t> &amp; </a:t>
            </a:r>
            <a:r>
              <a:rPr lang="en-GB" dirty="0" err="1"/>
              <a:t>Ostojić</a:t>
            </a:r>
            <a:r>
              <a:rPr lang="en-GB" dirty="0"/>
              <a:t>, 2020).</a:t>
            </a:r>
          </a:p>
          <a:p>
            <a:pPr marL="722376" indent="-274320"/>
            <a:r>
              <a:rPr lang="en-GB" u="sng" dirty="0"/>
              <a:t>Route Optimization for Cost Efficiency</a:t>
            </a:r>
          </a:p>
          <a:p>
            <a:pPr marL="1172376" lvl="1" indent="-274320"/>
            <a:r>
              <a:rPr lang="en-GB" b="1" dirty="0"/>
              <a:t>Efficient Routing</a:t>
            </a:r>
            <a:r>
              <a:rPr lang="en-GB" dirty="0"/>
              <a:t>: Optimal route planning reduces delivery times and costs, particularly with </a:t>
            </a:r>
            <a:r>
              <a:rPr lang="en-GB" dirty="0">
                <a:highlight>
                  <a:srgbClr val="000000"/>
                </a:highlight>
              </a:rPr>
              <a:t>fluctuating demand</a:t>
            </a:r>
            <a:r>
              <a:rPr lang="en-GB" dirty="0"/>
              <a:t>. Routing should be tailored for cargo e-bikes to </a:t>
            </a:r>
            <a:r>
              <a:rPr lang="en-GB" dirty="0">
                <a:highlight>
                  <a:srgbClr val="000000"/>
                </a:highlight>
              </a:rPr>
              <a:t>enhance efficiency and sustainability </a:t>
            </a:r>
            <a:r>
              <a:rPr lang="en-GB" dirty="0"/>
              <a:t>(Labib &amp; </a:t>
            </a:r>
            <a:r>
              <a:rPr lang="en-GB" dirty="0" err="1"/>
              <a:t>Watfa</a:t>
            </a:r>
            <a:r>
              <a:rPr lang="en-GB" dirty="0"/>
              <a:t>, 2023).</a:t>
            </a:r>
          </a:p>
          <a:p>
            <a:pPr marL="448056" indent="0" algn="l" rtl="0" eaLnBrk="1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GB" dirty="0">
              <a:effectLst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455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1488C-C481-FA47-05BB-4B124BC34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A999E-25E5-B474-5B1C-AA6167113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1ABD-2FCB-ECE0-6D1C-C447D6AF3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179576"/>
            <a:ext cx="11173466" cy="5239512"/>
          </a:xfrm>
        </p:spPr>
        <p:txBody>
          <a:bodyPr>
            <a:normAutofit/>
          </a:bodyPr>
          <a:lstStyle/>
          <a:p>
            <a:pPr marL="274320" indent="-274320" algn="l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GB" sz="2000" b="1" kern="1200" spc="50" baseline="0" dirty="0">
                <a:solidFill>
                  <a:srgbClr val="FFFFFF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Gaps</a:t>
            </a:r>
          </a:p>
          <a:p>
            <a:pPr marL="724320" lvl="1" indent="-274320">
              <a:spcBef>
                <a:spcPts val="1000"/>
              </a:spcBef>
              <a:buSzPts val="1800"/>
            </a:pPr>
            <a:r>
              <a:rPr lang="en-GB" u="sng" dirty="0">
                <a:solidFill>
                  <a:srgbClr val="FFFFFF"/>
                </a:solidFill>
                <a:latin typeface="Avenir Next LT Pro" panose="020B0504020202020204" pitchFamily="34" charset="0"/>
              </a:rPr>
              <a:t>Limited Studies</a:t>
            </a:r>
            <a:r>
              <a:rPr lang="en-GB" dirty="0">
                <a:solidFill>
                  <a:srgbClr val="FFFFFF"/>
                </a:solidFill>
                <a:latin typeface="Avenir Next LT Pro" panose="020B0504020202020204" pitchFamily="34" charset="0"/>
              </a:rPr>
              <a:t> have addressed and explored..</a:t>
            </a:r>
            <a:endParaRPr lang="en-GB" kern="1200" spc="50" baseline="0" dirty="0">
              <a:solidFill>
                <a:srgbClr val="FFFFFF"/>
              </a:solidFill>
              <a:effectLst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1183806" lvl="1" indent="-285750"/>
            <a:r>
              <a:rPr lang="en-GB" b="1" dirty="0">
                <a:effectLst/>
              </a:rPr>
              <a:t>Integrated Delivery Optimization</a:t>
            </a:r>
            <a:r>
              <a:rPr lang="en-GB" dirty="0">
                <a:effectLst/>
              </a:rPr>
              <a:t>: </a:t>
            </a:r>
            <a:r>
              <a:rPr lang="en-GB" dirty="0"/>
              <a:t>A </a:t>
            </a:r>
            <a:r>
              <a:rPr lang="en-GB" dirty="0">
                <a:highlight>
                  <a:srgbClr val="000000"/>
                </a:highlight>
              </a:rPr>
              <a:t>combined approach</a:t>
            </a:r>
            <a:r>
              <a:rPr lang="en-GB" dirty="0"/>
              <a:t> to optimize staffing, fleet size, and route selection based on predicted demand.</a:t>
            </a:r>
          </a:p>
          <a:p>
            <a:pPr marL="1183806" lvl="1" indent="-285750"/>
            <a:r>
              <a:rPr lang="en-GB" b="1" dirty="0">
                <a:effectLst/>
              </a:rPr>
              <a:t>Shift-Based Staffing for Sustainability</a:t>
            </a:r>
            <a:r>
              <a:rPr lang="en-GB" dirty="0">
                <a:effectLst/>
              </a:rPr>
              <a:t>: </a:t>
            </a:r>
            <a:r>
              <a:rPr lang="en-GB" dirty="0">
                <a:effectLst/>
                <a:highlight>
                  <a:srgbClr val="000000"/>
                </a:highlight>
              </a:rPr>
              <a:t>Optimal shift scheduling</a:t>
            </a:r>
            <a:r>
              <a:rPr lang="en-GB" dirty="0">
                <a:effectLst/>
              </a:rPr>
              <a:t> for delivery personnel that considers both </a:t>
            </a:r>
            <a:r>
              <a:rPr lang="en-GB" dirty="0">
                <a:effectLst/>
                <a:highlight>
                  <a:srgbClr val="000000"/>
                </a:highlight>
              </a:rPr>
              <a:t>cost-efficiency</a:t>
            </a:r>
            <a:r>
              <a:rPr lang="en-GB" dirty="0">
                <a:effectLst/>
              </a:rPr>
              <a:t> and </a:t>
            </a:r>
            <a:r>
              <a:rPr lang="en-GB" dirty="0">
                <a:effectLst/>
                <a:highlight>
                  <a:srgbClr val="000000"/>
                </a:highlight>
              </a:rPr>
              <a:t>social sustainability</a:t>
            </a:r>
            <a:r>
              <a:rPr lang="en-GB" dirty="0">
                <a:effectLst/>
              </a:rPr>
              <a:t>.</a:t>
            </a:r>
          </a:p>
          <a:p>
            <a:pPr marL="1183806" lvl="1" indent="-285750"/>
            <a:r>
              <a:rPr lang="en-GB" b="1" dirty="0">
                <a:effectLst/>
              </a:rPr>
              <a:t>Sustainable Evaluation of Delivery Modes</a:t>
            </a:r>
            <a:r>
              <a:rPr lang="en-GB" dirty="0">
                <a:effectLst/>
              </a:rPr>
              <a:t>: </a:t>
            </a:r>
            <a:r>
              <a:rPr lang="en-GB" dirty="0"/>
              <a:t>Evaluation of </a:t>
            </a:r>
            <a:r>
              <a:rPr lang="en-GB" dirty="0">
                <a:highlight>
                  <a:srgbClr val="000000"/>
                </a:highlight>
              </a:rPr>
              <a:t>environmental and economical impact</a:t>
            </a:r>
            <a:r>
              <a:rPr lang="en-GB" dirty="0"/>
              <a:t> of cargo e-bikes versus traditional delivery bikes, specifically after optimizing staffing, fleet size, and routes based on predicted demand.</a:t>
            </a:r>
            <a:endParaRPr lang="en-GB" dirty="0">
              <a:effectLst/>
            </a:endParaRPr>
          </a:p>
          <a:p>
            <a:pPr marL="733806" indent="-285750"/>
            <a:r>
              <a:rPr lang="en-GB" u="sng" dirty="0">
                <a:effectLst/>
                <a:highlight>
                  <a:srgbClr val="000000"/>
                </a:highlight>
              </a:rPr>
              <a:t>Simultaneous</a:t>
            </a:r>
            <a:r>
              <a:rPr lang="en-GB" u="sng" dirty="0">
                <a:effectLst/>
              </a:rPr>
              <a:t> Optimization of Fleet, Staff, and Routes</a:t>
            </a:r>
            <a:r>
              <a:rPr lang="en-GB" dirty="0">
                <a:effectLst/>
              </a:rPr>
              <a:t>: Existing models often focus on one factor at a time.</a:t>
            </a:r>
            <a:endParaRPr lang="en-GB" sz="1800" b="1" kern="1200" spc="50" baseline="0" dirty="0">
              <a:solidFill>
                <a:srgbClr val="FFFFFF"/>
              </a:solidFill>
              <a:effectLst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74320" indent="-274320" algn="l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endParaRPr lang="en-GB" sz="1800" b="1" kern="1200" spc="50" baseline="0" dirty="0">
              <a:solidFill>
                <a:srgbClr val="FFFFFF"/>
              </a:solidFill>
              <a:effectLst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733806" indent="-285750"/>
            <a:endParaRPr lang="en-GB" dirty="0">
              <a:effectLst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506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1C638-BB76-6AD7-4772-A9B2158EF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5AE01-ADA0-AFAF-12F0-52D9FDAA8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13E5E-164D-4DE5-D8D2-BFB690E78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7" y="1298448"/>
            <a:ext cx="11366867" cy="4856546"/>
          </a:xfrm>
        </p:spPr>
        <p:txBody>
          <a:bodyPr>
            <a:normAutofit/>
          </a:bodyPr>
          <a:lstStyle/>
          <a:p>
            <a:pPr marL="274320" indent="-274320" algn="l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Pts val="1500"/>
              <a:buFont typeface="Arial" panose="020B0604020202020204" pitchFamily="34" charset="0"/>
              <a:buChar char="•"/>
            </a:pPr>
            <a:r>
              <a:rPr lang="en-GB" sz="2000" b="1" kern="1200" spc="50" baseline="0" dirty="0">
                <a:solidFill>
                  <a:srgbClr val="FFFFFF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Research Question</a:t>
            </a:r>
          </a:p>
          <a:p>
            <a:pPr marL="0" indent="0" algn="ctr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Pts val="1500"/>
              <a:buNone/>
            </a:pPr>
            <a:r>
              <a:rPr lang="en-GB" i="1" dirty="0">
                <a:effectLst/>
              </a:rPr>
              <a:t>"How can the optimal staffing, fleet size, and route configuration be determined for restaurant deliveries using cargo e-bikes, given predicted demand?“</a:t>
            </a:r>
          </a:p>
          <a:p>
            <a:pPr marL="0" indent="0" algn="ctr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Pts val="1500"/>
              <a:buNone/>
            </a:pPr>
            <a:endParaRPr lang="en-GB" sz="2000" i="1" dirty="0">
              <a:effectLst/>
            </a:endParaRPr>
          </a:p>
          <a:p>
            <a:pPr marL="274320" indent="-274320" algn="l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Pts val="1500"/>
              <a:buFont typeface="Arial" panose="020B0604020202020204" pitchFamily="34" charset="0"/>
              <a:buChar char="•"/>
            </a:pPr>
            <a:r>
              <a:rPr lang="en-GB" sz="2000" b="1" kern="1200" spc="50" baseline="0" dirty="0">
                <a:solidFill>
                  <a:srgbClr val="FFFFFF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Research Objective</a:t>
            </a:r>
            <a:endParaRPr lang="en-GB" sz="2000" b="1" dirty="0">
              <a:solidFill>
                <a:srgbClr val="FFFFFF"/>
              </a:solidFill>
              <a:latin typeface="Avenir Next LT Pro" panose="020B0504020202020204" pitchFamily="34" charset="0"/>
            </a:endParaRPr>
          </a:p>
          <a:p>
            <a:pPr marL="0" indent="0" algn="ctr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Pts val="1500"/>
              <a:buNone/>
            </a:pPr>
            <a:r>
              <a:rPr lang="en-GB" i="1" dirty="0">
                <a:effectLst/>
              </a:rPr>
              <a:t>“Predict demand for restaurant deliveries and identify high demand zones using AI to enhance forecasting accuracy”</a:t>
            </a:r>
          </a:p>
          <a:p>
            <a:pPr marL="0" indent="0" algn="ctr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Pts val="1500"/>
              <a:buNone/>
            </a:pPr>
            <a:r>
              <a:rPr lang="en-GB" i="1" dirty="0">
                <a:effectLst/>
              </a:rPr>
              <a:t>“Optimize delivery staffing, fleet size, and routing configurations through operations research to meet demand efficiently and cost-effectively”</a:t>
            </a:r>
          </a:p>
          <a:p>
            <a:pPr marL="0" indent="0" algn="ctr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Pts val="1500"/>
              <a:buNone/>
            </a:pPr>
            <a:r>
              <a:rPr lang="en-GB" i="1" dirty="0">
                <a:effectLst/>
              </a:rPr>
              <a:t>“Evaluate and compare the sustainable impact of cargo e-bikes versus traditional delivery bikes” 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8132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38E9A-DC70-31CE-6E85-A76F4ABC7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5BDAD1-79B5-1ADC-412D-D7BBE58F3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8" y="1368681"/>
            <a:ext cx="11101136" cy="37798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FFFF"/>
                </a:solidFill>
                <a:latin typeface="Avenir Next LT Pro" panose="020B0504020202020204" pitchFamily="34" charset="0"/>
              </a:rPr>
              <a:t>Approach</a:t>
            </a:r>
            <a:r>
              <a:rPr lang="en-GB" sz="2400" dirty="0">
                <a:solidFill>
                  <a:srgbClr val="FFFFFF"/>
                </a:solidFill>
                <a:latin typeface="Avenir Next LT Pro" panose="020B0504020202020204" pitchFamily="34" charset="0"/>
              </a:rPr>
              <a:t> – Quantitative, Data-Driven Methodology</a:t>
            </a:r>
            <a:endParaRPr lang="en-GB" sz="2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08C9509-6B4F-198E-9E3A-37CF9A4DD1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2823304"/>
              </p:ext>
            </p:extLst>
          </p:nvPr>
        </p:nvGraphicFramePr>
        <p:xfrm>
          <a:off x="959507" y="1582994"/>
          <a:ext cx="10262118" cy="5562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6D63C7E3-1B99-1DB5-F142-C705AB533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Research Method</a:t>
            </a:r>
          </a:p>
        </p:txBody>
      </p:sp>
    </p:spTree>
    <p:extLst>
      <p:ext uri="{BB962C8B-B14F-4D97-AF65-F5344CB8AC3E}">
        <p14:creationId xmlns:p14="http://schemas.microsoft.com/office/powerpoint/2010/main" val="4243422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CD02-B027-DDB3-C25D-B2B5AC6B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03EC-89BD-067C-15AB-0C0A9790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1538E-1C72-AC72-EA22-996C6D75C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69" y="1179576"/>
            <a:ext cx="11283194" cy="8056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/>
              <a:t>Malik, G. (2022). Food Delivery Dataset [Data set]. Kaggle. </a:t>
            </a:r>
            <a:r>
              <a:rPr lang="en-GB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https://www.kaggle.com/datasets/gauravmalik26/food-delivery-dataset</a:t>
            </a: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3102A-FE6B-E518-9523-2265941B9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081" y="2101829"/>
            <a:ext cx="9792969" cy="422090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28260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CFF2-23CA-B22A-FF23-2EA6DC02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D05FEF-EDB6-3C10-E89D-87B835BEE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71" y="1307397"/>
            <a:ext cx="11101136" cy="5024577"/>
          </a:xfrm>
        </p:spPr>
        <p:txBody>
          <a:bodyPr>
            <a:normAutofit/>
          </a:bodyPr>
          <a:lstStyle/>
          <a:p>
            <a:r>
              <a:rPr lang="en-GB" dirty="0"/>
              <a:t>Dataset holds aggregated real-world food delivery records of India.</a:t>
            </a:r>
          </a:p>
          <a:p>
            <a:r>
              <a:rPr lang="en-GB" dirty="0"/>
              <a:t>Challenges</a:t>
            </a:r>
          </a:p>
          <a:p>
            <a:pPr lvl="1"/>
            <a:r>
              <a:rPr lang="en-GB" b="1" dirty="0"/>
              <a:t>Data Quality Issues</a:t>
            </a:r>
            <a:r>
              <a:rPr lang="en-GB" dirty="0"/>
              <a:t> - Missing Values / Inconsistent Data</a:t>
            </a:r>
          </a:p>
          <a:p>
            <a:pPr lvl="1"/>
            <a:r>
              <a:rPr lang="en-GB" b="1" dirty="0"/>
              <a:t>Data Bias</a:t>
            </a:r>
            <a:r>
              <a:rPr lang="en-GB" dirty="0"/>
              <a:t> - Geographic Bias / Time-Based Bias / Delivery Volume</a:t>
            </a:r>
          </a:p>
          <a:p>
            <a:pPr lvl="1"/>
            <a:r>
              <a:rPr lang="en-GB" b="1" dirty="0"/>
              <a:t>Feature Selection </a:t>
            </a:r>
          </a:p>
          <a:p>
            <a:pPr lvl="1"/>
            <a:r>
              <a:rPr lang="en-GB" b="1" dirty="0"/>
              <a:t>Handling Categorical Data </a:t>
            </a:r>
            <a:r>
              <a:rPr lang="en-GB" dirty="0"/>
              <a:t>- Encoding</a:t>
            </a:r>
            <a:endParaRPr lang="en-GB" b="1" dirty="0"/>
          </a:p>
          <a:p>
            <a:r>
              <a:rPr lang="en-GB" dirty="0"/>
              <a:t>Below columns that will be used for the Data Analysis in the Future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AEF6B1C-C9C4-0F07-9BE8-FA88A660F5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9030490"/>
              </p:ext>
            </p:extLst>
          </p:nvPr>
        </p:nvGraphicFramePr>
        <p:xfrm>
          <a:off x="161714" y="4424224"/>
          <a:ext cx="11857704" cy="1730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49A4D3E-63CC-4506-813D-8653F633C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3739887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C87E-FD83-A89A-348F-537A6816D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DEB99-8D39-88E3-D48E-6C3F552CF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FC38A-EA81-F0F1-3115-B80B07EB3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298448"/>
            <a:ext cx="11173466" cy="5239512"/>
          </a:xfrm>
        </p:spPr>
        <p:txBody>
          <a:bodyPr>
            <a:normAutofit/>
          </a:bodyPr>
          <a:lstStyle/>
          <a:p>
            <a:r>
              <a:rPr lang="en-GB" dirty="0"/>
              <a:t>Calculate the Distance Matrix using Google Maps Distance Matrix API for normal vehicle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235559-BED7-DF82-B138-AA411FE65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80" y="2083212"/>
            <a:ext cx="5001773" cy="4061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CF9398-41A4-273E-0ED0-7F171407E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074" y="2083211"/>
            <a:ext cx="6207614" cy="406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18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40B52-8DEC-0560-2F97-C96FDCD86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101C-B85C-F822-ADCD-F1A5C635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EBE3E-7988-CD1A-F1F2-2EE90562A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298448"/>
            <a:ext cx="11173466" cy="5239512"/>
          </a:xfrm>
        </p:spPr>
        <p:txBody>
          <a:bodyPr>
            <a:normAutofit/>
          </a:bodyPr>
          <a:lstStyle/>
          <a:p>
            <a:r>
              <a:rPr lang="en-GB" sz="1400" u="sng" dirty="0"/>
              <a:t>Allocating Distances to Cargo E-Bikes (VRP)</a:t>
            </a:r>
          </a:p>
          <a:p>
            <a:pPr lvl="1"/>
            <a:r>
              <a:rPr lang="en-GB" sz="1400" dirty="0"/>
              <a:t>Restaurant – 0 Node</a:t>
            </a:r>
          </a:p>
          <a:p>
            <a:pPr lvl="1"/>
            <a:r>
              <a:rPr lang="en-GB" sz="1400" dirty="0"/>
              <a:t>Customers – 1, 2, 3, 4, 5, 6, 7, 8, 9, 10, 11, 12,  13, 14, 15, 16 Nodes</a:t>
            </a:r>
          </a:p>
          <a:p>
            <a:pPr lvl="1"/>
            <a:r>
              <a:rPr lang="en-GB" sz="1400" dirty="0">
                <a:highlight>
                  <a:srgbClr val="000000"/>
                </a:highlight>
              </a:rPr>
              <a:t>Distance per Cargo E-Bike = 3000km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1B4510-10C3-6564-B2E8-C6EFCF78B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80" y="2861420"/>
            <a:ext cx="4943773" cy="35998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D9995F-B2D5-0046-4E7F-29F6C306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647" y="2541688"/>
            <a:ext cx="3485273" cy="399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87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0ED4-85C9-28F6-004E-B482EF370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7653-9832-CECC-E480-5389B2CA1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B5589-6C61-A919-F5AF-651E89BDF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298448"/>
            <a:ext cx="11173466" cy="5239512"/>
          </a:xfrm>
        </p:spPr>
        <p:txBody>
          <a:bodyPr>
            <a:normAutofit/>
          </a:bodyPr>
          <a:lstStyle/>
          <a:p>
            <a:r>
              <a:rPr lang="en-GB" sz="1400" u="sng" dirty="0"/>
              <a:t>Allocating Capacity to Cargo E-Bikes (CVRP)</a:t>
            </a:r>
          </a:p>
          <a:p>
            <a:pPr lvl="1"/>
            <a:r>
              <a:rPr lang="en-GB" sz="1400" dirty="0"/>
              <a:t>Restaurant – 0 Node</a:t>
            </a:r>
          </a:p>
          <a:p>
            <a:pPr lvl="1"/>
            <a:r>
              <a:rPr lang="en-GB" sz="1400" dirty="0"/>
              <a:t>Customers – 1, 2, 3, 4, 5, 6, 7, 8, 9, 10, 11, 12,  13, 14, 15, 16 Nodes</a:t>
            </a:r>
          </a:p>
          <a:p>
            <a:pPr lvl="1"/>
            <a:r>
              <a:rPr lang="en-GB" sz="1400" dirty="0">
                <a:highlight>
                  <a:srgbClr val="000000"/>
                </a:highlight>
              </a:rPr>
              <a:t>Capacity per Cargo E-Bike = 15kg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AF21D-F19C-4108-ACE4-2CCED18A0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279" y="2809063"/>
            <a:ext cx="5268856" cy="358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02DF9D-0870-18C7-C9ED-AF7B01441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65" y="2809063"/>
            <a:ext cx="4988199" cy="358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14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CE1FC-AFC3-7D0D-3827-D72E83DDD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C7DE-0F2F-59FA-3A50-F2C1DADF7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2481F-F5C5-0F9E-68FA-0DA20F7F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298448"/>
            <a:ext cx="11173466" cy="5239512"/>
          </a:xfrm>
        </p:spPr>
        <p:txBody>
          <a:bodyPr>
            <a:normAutofit/>
          </a:bodyPr>
          <a:lstStyle/>
          <a:p>
            <a:r>
              <a:rPr lang="en-GB" sz="1400" u="sng" dirty="0"/>
              <a:t>Pickups and Deliveries using Cargo E-Bikes (PDVRP)</a:t>
            </a:r>
          </a:p>
          <a:p>
            <a:pPr lvl="1"/>
            <a:r>
              <a:rPr lang="en-GB" sz="1400" dirty="0">
                <a:highlight>
                  <a:srgbClr val="000000"/>
                </a:highlight>
              </a:rPr>
              <a:t>E-Bikes Depot – 0 Node</a:t>
            </a:r>
          </a:p>
          <a:p>
            <a:pPr lvl="1"/>
            <a:r>
              <a:rPr lang="en-GB" sz="1400" dirty="0">
                <a:highlight>
                  <a:srgbClr val="000000"/>
                </a:highlight>
              </a:rPr>
              <a:t>Restaurants – 1, 2, 4, 5, 7, 13, 15, 16 Nodes</a:t>
            </a:r>
          </a:p>
          <a:p>
            <a:pPr lvl="1"/>
            <a:r>
              <a:rPr lang="en-GB" sz="1400" dirty="0">
                <a:highlight>
                  <a:srgbClr val="000000"/>
                </a:highlight>
              </a:rPr>
              <a:t>Customers – 3, 6, 8, 9, 10, 11, 12, 14 Nodes</a:t>
            </a:r>
          </a:p>
          <a:p>
            <a:pPr lvl="1"/>
            <a:r>
              <a:rPr lang="en-GB" sz="1400" dirty="0">
                <a:highlight>
                  <a:srgbClr val="000000"/>
                </a:highlight>
              </a:rPr>
              <a:t>Range for Cargo E-Bike &lt;= 3000m</a:t>
            </a:r>
          </a:p>
          <a:p>
            <a:pPr lvl="1"/>
            <a:endParaRPr lang="en-GB" sz="1400" u="sng" dirty="0"/>
          </a:p>
          <a:p>
            <a:pPr lvl="1"/>
            <a:endParaRPr lang="en-GB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565BE4-3410-6430-D215-D177932BF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4783" y="2997200"/>
            <a:ext cx="3338802" cy="33887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D7FA7D-8C42-9F71-98FE-A078822E5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2" y="3229942"/>
            <a:ext cx="4157879" cy="29548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7D173-C423-7F6D-8314-85C5864FA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150" y="3229942"/>
            <a:ext cx="4027824" cy="295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930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AA984-CB10-F97F-6DAF-413E35B8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FE84-59F7-4362-6650-2A353F90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772FF-C556-13EE-71AC-FEC0A0B5C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298448"/>
            <a:ext cx="11173466" cy="5239512"/>
          </a:xfrm>
        </p:spPr>
        <p:txBody>
          <a:bodyPr>
            <a:normAutofit/>
          </a:bodyPr>
          <a:lstStyle/>
          <a:p>
            <a:r>
              <a:rPr lang="en-GB" dirty="0"/>
              <a:t>Dataset -&gt; </a:t>
            </a:r>
            <a:r>
              <a:rPr lang="en-GB" dirty="0">
                <a:highlight>
                  <a:srgbClr val="000000"/>
                </a:highlight>
              </a:rPr>
              <a:t>Data Preprocessing </a:t>
            </a:r>
            <a:r>
              <a:rPr lang="en-GB" dirty="0"/>
              <a:t>(Cleansing, Calibration, Normalization)</a:t>
            </a:r>
          </a:p>
          <a:p>
            <a:r>
              <a:rPr lang="en-GB" dirty="0">
                <a:highlight>
                  <a:srgbClr val="000000"/>
                </a:highlight>
              </a:rPr>
              <a:t>Run LSTM </a:t>
            </a:r>
            <a:r>
              <a:rPr lang="en-GB" dirty="0"/>
              <a:t>to predict the demand using the “train data” of the dataset and check the accuracy them with the “test data”</a:t>
            </a:r>
          </a:p>
          <a:p>
            <a:r>
              <a:rPr lang="en-GB" dirty="0"/>
              <a:t>Explore the </a:t>
            </a:r>
            <a:r>
              <a:rPr lang="en-GB" dirty="0">
                <a:highlight>
                  <a:srgbClr val="000000"/>
                </a:highlight>
              </a:rPr>
              <a:t>Clusters of Locations of the Predicted Demand Locations</a:t>
            </a:r>
            <a:r>
              <a:rPr lang="en-GB" dirty="0"/>
              <a:t> using </a:t>
            </a:r>
            <a:r>
              <a:rPr lang="en-GB" dirty="0">
                <a:highlight>
                  <a:srgbClr val="000000"/>
                </a:highlight>
              </a:rPr>
              <a:t>k-Means clustering </a:t>
            </a:r>
          </a:p>
          <a:p>
            <a:r>
              <a:rPr lang="en-GB" dirty="0">
                <a:highlight>
                  <a:srgbClr val="000000"/>
                </a:highlight>
              </a:rPr>
              <a:t>Run VRP</a:t>
            </a:r>
            <a:r>
              <a:rPr lang="en-GB" dirty="0"/>
              <a:t> for more </a:t>
            </a:r>
            <a:r>
              <a:rPr lang="en-GB" dirty="0">
                <a:highlight>
                  <a:srgbClr val="000000"/>
                </a:highlight>
              </a:rPr>
              <a:t>various scenarios</a:t>
            </a:r>
          </a:p>
          <a:p>
            <a:pPr lvl="1"/>
            <a:r>
              <a:rPr lang="en-GB" dirty="0"/>
              <a:t>Hard Time Windows</a:t>
            </a:r>
          </a:p>
          <a:p>
            <a:pPr lvl="1"/>
            <a:r>
              <a:rPr lang="en-GB" dirty="0"/>
              <a:t>Combine dimensions</a:t>
            </a:r>
          </a:p>
          <a:p>
            <a:pPr lvl="1"/>
            <a:r>
              <a:rPr lang="en-GB" dirty="0"/>
              <a:t>Various Demand Clusters</a:t>
            </a:r>
          </a:p>
          <a:p>
            <a:r>
              <a:rPr lang="en-GB" dirty="0"/>
              <a:t>Finally, find the </a:t>
            </a:r>
            <a:r>
              <a:rPr lang="en-GB" dirty="0">
                <a:highlight>
                  <a:srgbClr val="FF0000"/>
                </a:highlight>
              </a:rPr>
              <a:t>optimal delivery staff, optimal fleet &amp; optimal route for a certain restaurant delivery</a:t>
            </a:r>
          </a:p>
          <a:p>
            <a:r>
              <a:rPr lang="en-GB" dirty="0"/>
              <a:t>Evaluate and compare the </a:t>
            </a:r>
            <a:r>
              <a:rPr lang="en-GB" dirty="0">
                <a:highlight>
                  <a:srgbClr val="FF0000"/>
                </a:highlight>
              </a:rPr>
              <a:t>Sustainability attributes such as Environmental, Economical and Social of solutions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68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71782-706E-E980-2B5A-C1CD93A1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A0F6-8419-63CF-807F-07EF16E17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38248"/>
            <a:ext cx="11101135" cy="941328"/>
          </a:xfrm>
        </p:spPr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675C3-90B8-0A0E-6DEC-2B06E13E4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298448"/>
            <a:ext cx="11173466" cy="4984365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Jia, H., Shen, S., García, J., &amp; Shi, C. (2020). Partner with a Third-Party Delivery Service or Not? – a Prediction-and-Decision Tool for Restaurants Facing Takeout Demand Surges During a Pandemic. </a:t>
            </a:r>
            <a:r>
              <a:rPr lang="en-GB" dirty="0" err="1"/>
              <a:t>TransportRN</a:t>
            </a:r>
            <a:r>
              <a:rPr lang="en-GB" dirty="0"/>
              <a:t>: Other Urban Transportation (Topic). https://api.semanticscholar.org/CorpusID:229469154</a:t>
            </a:r>
          </a:p>
          <a:p>
            <a:r>
              <a:rPr lang="en-GB" dirty="0"/>
              <a:t>Khan, M. A. (2020). Technological Disruptions in Restaurant Services: Impact of Innovations and Delivery Services. Journal of Hospitality and Tourism Research, 44(5), 715–732. https://doi.org/10.1177/1096348020908636</a:t>
            </a:r>
          </a:p>
          <a:p>
            <a:r>
              <a:rPr lang="en-GB" dirty="0"/>
              <a:t>Labib, M. Y., &amp; </a:t>
            </a:r>
            <a:r>
              <a:rPr lang="en-GB" dirty="0" err="1"/>
              <a:t>Watfa</a:t>
            </a:r>
            <a:r>
              <a:rPr lang="en-GB" dirty="0"/>
              <a:t>, M. K. (2023). Multi-method simulation approach: multiple restaurants to multiple customers on-demand food delivery services in Dubai. Journal of Foodservice Business Research, 26(2), 323–351. https://doi.org/10.1080/15378020.2022.2040284</a:t>
            </a:r>
          </a:p>
          <a:p>
            <a:r>
              <a:rPr lang="en-GB" dirty="0"/>
              <a:t>Pinto, R., Zambetti, M., </a:t>
            </a:r>
            <a:r>
              <a:rPr lang="en-GB" dirty="0" err="1"/>
              <a:t>Lagorio</a:t>
            </a:r>
            <a:r>
              <a:rPr lang="en-GB" dirty="0"/>
              <a:t>, A., &amp; </a:t>
            </a:r>
            <a:r>
              <a:rPr lang="en-GB" dirty="0" err="1"/>
              <a:t>Pirola</a:t>
            </a:r>
            <a:r>
              <a:rPr lang="en-GB" dirty="0"/>
              <a:t>, F. (2019). A network design model for a meal delivery service using drones. International Journal of Logistics Research and Applications, 23, 354–374. https://api.semanticscholar.org/CorpusID:213744736</a:t>
            </a:r>
          </a:p>
          <a:p>
            <a:r>
              <a:rPr lang="en-GB" dirty="0" err="1"/>
              <a:t>Tegeltija</a:t>
            </a:r>
            <a:r>
              <a:rPr lang="en-GB" dirty="0"/>
              <a:t> </a:t>
            </a:r>
            <a:r>
              <a:rPr lang="en-GB" dirty="0" err="1"/>
              <a:t>Srdjan</a:t>
            </a:r>
            <a:r>
              <a:rPr lang="en-GB" dirty="0"/>
              <a:t> and </a:t>
            </a:r>
            <a:r>
              <a:rPr lang="en-GB" dirty="0" err="1"/>
              <a:t>Ostojić</a:t>
            </a:r>
            <a:r>
              <a:rPr lang="en-GB" dirty="0"/>
              <a:t>, G. and S. S. and K. D. and T. B. (2020). Food Delivery Using Cargo-Bikes with IoT. In B. and G. D. Anisic Zoran and Lalic (Ed.), Proceedings on 25th International Joint Conference on Industrial Engineering and Operations Management – IJCIEOM (pp. 483–491). Springer International Publishing.</a:t>
            </a:r>
          </a:p>
          <a:p>
            <a:r>
              <a:rPr lang="en-GB" dirty="0"/>
              <a:t>Giuffrida, N., Fajardo-</a:t>
            </a:r>
            <a:r>
              <a:rPr lang="en-GB" dirty="0" err="1"/>
              <a:t>Calderin</a:t>
            </a:r>
            <a:r>
              <a:rPr lang="en-GB" dirty="0"/>
              <a:t>, J., </a:t>
            </a:r>
            <a:r>
              <a:rPr lang="en-GB" dirty="0" err="1"/>
              <a:t>Masegosa</a:t>
            </a:r>
            <a:r>
              <a:rPr lang="en-GB" dirty="0"/>
              <a:t>, A. D., Werner, F., </a:t>
            </a:r>
            <a:r>
              <a:rPr lang="en-GB" dirty="0" err="1"/>
              <a:t>Steudter</a:t>
            </a:r>
            <a:r>
              <a:rPr lang="en-GB" dirty="0"/>
              <a:t>, M., &amp; </a:t>
            </a:r>
            <a:r>
              <a:rPr lang="en-GB" dirty="0" err="1"/>
              <a:t>Pilla</a:t>
            </a:r>
            <a:r>
              <a:rPr lang="en-GB" dirty="0"/>
              <a:t>, F. (2022). Optimization and Machine Learning Applied to Last-Mile Logistics: A Review. </a:t>
            </a:r>
            <a:r>
              <a:rPr lang="en-GB" i="1" dirty="0"/>
              <a:t>Sustainability (Switzerland)</a:t>
            </a:r>
            <a:r>
              <a:rPr lang="en-GB" dirty="0"/>
              <a:t>, </a:t>
            </a:r>
            <a:r>
              <a:rPr lang="en-GB" i="1" dirty="0"/>
              <a:t>14</a:t>
            </a:r>
            <a:r>
              <a:rPr lang="en-GB" dirty="0"/>
              <a:t>(9). </a:t>
            </a:r>
            <a:r>
              <a:rPr lang="en-GB" dirty="0">
                <a:hlinkClick r:id="rId2"/>
              </a:rPr>
              <a:t>https://doi.org/10.3390/su14095329</a:t>
            </a:r>
            <a:endParaRPr lang="en-GB" dirty="0"/>
          </a:p>
          <a:p>
            <a:r>
              <a:rPr lang="en-GB" dirty="0" err="1"/>
              <a:t>Rautela</a:t>
            </a:r>
            <a:r>
              <a:rPr lang="en-GB" dirty="0"/>
              <a:t>, A., Sharma, S. K., &amp; Bhardwaj, P. (2019). Distribution planning using capacitated clustering and vehicle routing problem. Journal of Advances in Management Research. </a:t>
            </a:r>
            <a:r>
              <a:rPr lang="en-GB" dirty="0">
                <a:hlinkClick r:id="rId3"/>
              </a:rPr>
              <a:t>https://api.semanticscholar.org/CorpusID:195516656</a:t>
            </a:r>
            <a:endParaRPr lang="en-GB" dirty="0"/>
          </a:p>
          <a:p>
            <a:r>
              <a:rPr lang="en-GB" dirty="0" err="1"/>
              <a:t>Abbasimehr</a:t>
            </a:r>
            <a:r>
              <a:rPr lang="en-GB" dirty="0"/>
              <a:t>, H., </a:t>
            </a:r>
            <a:r>
              <a:rPr lang="en-GB" dirty="0" err="1"/>
              <a:t>Shabani</a:t>
            </a:r>
            <a:r>
              <a:rPr lang="en-GB" dirty="0"/>
              <a:t>, M., &amp; </a:t>
            </a:r>
            <a:r>
              <a:rPr lang="en-GB" dirty="0" err="1"/>
              <a:t>Yousefi</a:t>
            </a:r>
            <a:r>
              <a:rPr lang="en-GB" dirty="0"/>
              <a:t>, M. (2020). An optimized model using LSTM network for demand forecasting. Computers &amp; Industrial Engineering, 143, 106435. https://doi.org/https://doi.org/10.1016/j.cie.2020.106435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073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6260A41-D170-44DF-9081-4DF21FEA4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95FF435-E138-4CA4-80B8-D25C259F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485C0B2-7933-4948-A03E-349095C3D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72000" y="0"/>
              <a:ext cx="11520000" cy="5760000"/>
              <a:chOff x="5981700" y="-1"/>
              <a:chExt cx="6042660" cy="302133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B908EF2-2272-4B36-96AB-C32B42798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435FF-41C1-463D-9CBA-A39108AB8D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8B33A19-5CB6-4F2E-B3E7-8C58F59B7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9F2B898-391D-428B-986C-20A26B231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A330802-5C22-4A7E-BFDD-B52A75A2A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965FD02-57E9-494C-81A6-EAE3BFA128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4F2C922-889D-461D-97A2-5F11410B91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565F5B8-8061-418A-B7EC-93604025F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9AFD05-6925-75F2-4D71-C4FE41C74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1520825"/>
            <a:ext cx="6373812" cy="2808288"/>
          </a:xfrm>
        </p:spPr>
        <p:txBody>
          <a:bodyPr anchor="t">
            <a:normAutofit/>
          </a:bodyPr>
          <a:lstStyle/>
          <a:p>
            <a:r>
              <a:rPr lang="en-GB"/>
              <a:t>Thank You!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112182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AnalogousFromDarkSeed_2SEEDS">
      <a:dk1>
        <a:srgbClr val="000000"/>
      </a:dk1>
      <a:lt1>
        <a:srgbClr val="FFFFFF"/>
      </a:lt1>
      <a:dk2>
        <a:srgbClr val="3E3423"/>
      </a:dk2>
      <a:lt2>
        <a:srgbClr val="E2E7E8"/>
      </a:lt2>
      <a:accent1>
        <a:srgbClr val="B14D3B"/>
      </a:accent1>
      <a:accent2>
        <a:srgbClr val="C34D6C"/>
      </a:accent2>
      <a:accent3>
        <a:srgbClr val="C3904D"/>
      </a:accent3>
      <a:accent4>
        <a:srgbClr val="4EB13B"/>
      </a:accent4>
      <a:accent5>
        <a:srgbClr val="49B965"/>
      </a:accent5>
      <a:accent6>
        <a:srgbClr val="3BB18A"/>
      </a:accent6>
      <a:hlink>
        <a:srgbClr val="519130"/>
      </a:hlink>
      <a:folHlink>
        <a:srgbClr val="7F7F7F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1645</TotalTime>
  <Words>1396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Avenir Next LT Pro</vt:lpstr>
      <vt:lpstr>Bell MT</vt:lpstr>
      <vt:lpstr>GlowVTI</vt:lpstr>
      <vt:lpstr>Demand Derived Sustainable Routing for Restaurant Deliveries</vt:lpstr>
      <vt:lpstr>Introduction</vt:lpstr>
      <vt:lpstr>Introduction</vt:lpstr>
      <vt:lpstr>Introduction</vt:lpstr>
      <vt:lpstr>Research Method</vt:lpstr>
      <vt:lpstr>Data Collection</vt:lpstr>
      <vt:lpstr>Data Collection</vt:lpstr>
      <vt:lpstr>Data Analysis</vt:lpstr>
      <vt:lpstr>Data Analysis</vt:lpstr>
      <vt:lpstr>Data Analysis</vt:lpstr>
      <vt:lpstr>Data Analysis</vt:lpstr>
      <vt:lpstr>Next Steps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Upeksha Senanayake</dc:creator>
  <cp:lastModifiedBy>Upeksha Gihan</cp:lastModifiedBy>
  <cp:revision>17</cp:revision>
  <dcterms:created xsi:type="dcterms:W3CDTF">2024-07-21T11:08:12Z</dcterms:created>
  <dcterms:modified xsi:type="dcterms:W3CDTF">2024-11-03T11:41:28Z</dcterms:modified>
</cp:coreProperties>
</file>