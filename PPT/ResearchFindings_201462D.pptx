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BF4E480B-94D6-46F9-A2B6-B98D311FDC19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7183CDE-91A1-40C3-8E80-66F89E1C2D53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6756515-F9AA-46BD-8DD2-AA15BA492A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BA365E2-8B71-408B-9092-0104216AC7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EDB8D7A-1BF6-4CDB-B93A-7736955F504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AACD774-5167-46C7-8A62-6E2FE4BE9469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6E0F2D8-452E-48F9-9912-C47EAEAE180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1FBBF95-430B-427C-A6E8-DB899217FC00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BEE64698-3ED2-4395-B7FC-65248E437E0A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FE20B1E1-CE09-4C2A-A3FB-DB8026C54E9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2405B-A907-48B3-906A-FB3573C0B28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8E2D9-6729-4614-8667-C1016D318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CEEBB1-1A1F-4A2C-B805-719CF98F6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11090273" cy="3798000"/>
          </a:xfrm>
        </p:spPr>
        <p:txBody>
          <a:bodyPr anchor="b"/>
          <a:lstStyle>
            <a:lvl1pPr algn="l"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6CC87B-ED2D-4303-BD40-E7AF14C03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508500"/>
            <a:ext cx="7345362" cy="1800224"/>
          </a:xfrm>
        </p:spPr>
        <p:txBody>
          <a:bodyPr/>
          <a:lstStyle>
            <a:lvl1pPr marL="0" indent="0" algn="l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880B4-5679-491C-963F-EC47B048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65D6D-3F98-4BE8-A069-B96409902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CD51D-8E06-4959-88C9-64741507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425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67416F32-9D98-4340-82E8-E90CE00AD2AC}"/>
              </a:ext>
            </a:extLst>
          </p:cNvPr>
          <p:cNvGrpSpPr/>
          <p:nvPr/>
        </p:nvGrpSpPr>
        <p:grpSpPr>
          <a:xfrm flipV="1">
            <a:off x="0" y="-1"/>
            <a:ext cx="12191999" cy="6861601"/>
            <a:chOff x="0" y="-1"/>
            <a:chExt cx="12191999" cy="686160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375AB4-82BB-418F-A50F-6180F68724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FDD54B2-4A3F-4BFE-8FF0-82CA73F4AE8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750280" y="2148106"/>
              <a:ext cx="4320000" cy="4320000"/>
            </a:xfrm>
            <a:prstGeom prst="ellipse">
              <a:avLst/>
            </a:prstGeom>
            <a:solidFill>
              <a:schemeClr val="accent3">
                <a:alpha val="6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0876F96-77AB-4E72-B1D2-FA45F4E3C0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0"/>
              <a:ext cx="6347046" cy="6347046"/>
            </a:xfrm>
            <a:prstGeom prst="ellipse">
              <a:avLst/>
            </a:prstGeom>
            <a:solidFill>
              <a:schemeClr val="accent3">
                <a:alpha val="2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08A2E9-6518-449E-940B-8518A1D850BB}"/>
                </a:ext>
              </a:extLst>
            </p:cNvPr>
            <p:cNvGrpSpPr>
              <a:grpSpLocks noChangeAspect="1"/>
            </p:cNvGrpSpPr>
            <p:nvPr/>
          </p:nvGrpSpPr>
          <p:grpSpPr>
            <a:xfrm rot="10800000">
              <a:off x="0" y="-1"/>
              <a:ext cx="10800000" cy="6858000"/>
              <a:chOff x="2328000" y="0"/>
              <a:chExt cx="2880000" cy="1440000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60A86BE0-76B3-4EA0-BA2D-05266013A814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A13564-810C-4398-AA63-67B020811FCB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55E1EF-6216-47FA-BBCA-7C0C8C2DAB8C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6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85657-6A77-4466-887F-EE948B9CD2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D35498-B0C3-40BD-9407-6D0C0587E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2F85E-0893-4D8C-816A-5193CC6DC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0000">
              <a:defRPr/>
            </a:lvl1pPr>
            <a:lvl2pPr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6A9C-9655-49F5-85B3-A8A37F4F5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EF896C-71D7-487F-A1B9-CBBE6DF4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228E8-7B8A-4153-BEB2-BD5A69F2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154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E54407D-DBA4-414C-ACA5-30D7B87C652B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BD518BC-8E44-4DAA-A8B9-2CFBD91DCDCD}"/>
                </a:ext>
              </a:extLst>
            </p:cNvPr>
            <p:cNvSpPr/>
            <p:nvPr/>
          </p:nvSpPr>
          <p:spPr>
            <a:xfrm rot="10800000" flipH="1">
              <a:off x="0" y="2019649"/>
              <a:ext cx="4838350" cy="483835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7C3660-39CD-431D-8E64-37508FFEAC9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603875" y="0"/>
              <a:ext cx="6521820" cy="3260910"/>
              <a:chOff x="0" y="0"/>
              <a:chExt cx="2880000" cy="14400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4CCE569-E461-438A-A235-B96A542AF82F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73F9DF1F-1F74-476C-AD41-22AC3F8A65A0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BE49ED5-9713-43D1-AE9E-3F9FE5574077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21A2854-1482-4441-85EA-D7B9F3EF56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4887" y="2538000"/>
              <a:ext cx="4320000" cy="4320000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ED36A6D-894D-44DA-851C-345A414F3F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36F1DF-CD42-4695-A7D0-2F5B1930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7345362" cy="5768725"/>
          </a:xfrm>
        </p:spPr>
        <p:txBody>
          <a:bodyPr anchor="t"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49160-0F86-4FCA-8718-6980E99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5612" y="540000"/>
            <a:ext cx="3565523" cy="5768725"/>
          </a:xfrm>
        </p:spPr>
        <p:txBody>
          <a:bodyPr anchor="t"/>
          <a:lstStyle>
            <a:lvl1pPr marL="0" indent="0">
              <a:buNone/>
              <a:defRPr sz="18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C6CBB-DABA-4F2E-8574-46747E15E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F86BC-9ECC-439C-BF2E-F0B7EF19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42552-C4C9-44EE-B7CB-5A652393B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727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774299-531D-4CAC-881D-7EB68BC99FCC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9" name="Rectangle 8">
              <a:extLst>
                <a:ext uri="{FF2B5EF4-FFF2-40B4-BE49-F238E27FC236}">
                  <a16:creationId xmlns:a16="http://schemas.microsoft.com/office/drawing/2014/main" id="{A17676CF-DDCC-48C1-AC68-CDA0B9E47FD8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052D363-F6F5-455B-A2F2-A12B30CEE52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0C396B8-00CA-4AE9-A0A5-B4E2B2A2AC07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660166-3107-4058-A259-59B0527306BD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BE934E-3063-4D0F-AFDE-68D58D336CBE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39660FA-744A-4CB3-9BED-C59793E3BF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E313EEC-733B-4019-8A0B-3FA768B8DB7A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1FE91F-780C-4ABD-ADE8-0EFDB7196A10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109EA389-EE78-4475-A390-5EDED23C2D68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E492A94-8867-4C62-9D40-4023C41E0AF8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A3DAD7C5-BA12-4557-8BC4-72C69B0D59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4412EC-56C0-4009-B2E3-D63F9EECB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5" cy="12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0C84F-F3B7-4BF4-A328-BCF5ADD32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19CD5-DBB4-4749-980D-B5B40ECB6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50" y="1929600"/>
            <a:ext cx="5437186" cy="438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CFC378-6572-43DF-8344-59DE8122C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967A14-246A-4DDF-865C-68F6E169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74B6D-E110-478C-94B9-2F8199E5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825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130F7E5-A40E-4C9C-8E4F-3935B9182C4A}"/>
              </a:ext>
            </a:extLst>
          </p:cNvPr>
          <p:cNvGrpSpPr/>
          <p:nvPr/>
        </p:nvGrpSpPr>
        <p:grpSpPr>
          <a:xfrm>
            <a:off x="0" y="-2"/>
            <a:ext cx="12191999" cy="6858001"/>
            <a:chOff x="0" y="-2"/>
            <a:chExt cx="12191999" cy="6858001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E67B504-02A7-4203-87D0-07D333D71917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1158F3-E1C3-400D-8505-628DB94365CE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AEADDCE-3295-4F24-8700-C93B5457C2B7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F95C76A-5429-458C-BC9D-E1053EF7B84F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D0E8A42-259A-43FA-B284-B459D736409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900B4F1-619C-4C0E-B749-1843F22C946A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E6F70BB-DCCC-4CF0-B5BB-95A965A99947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3E6C50C-C1DA-44E1-B254-3B7228879DCD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FC6EEED-A40A-4D1C-BE6B-11DD62770607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27FF3FB-FDFC-4659-A7D6-ABED74010E82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1548ED5-6668-4672-88DC-40E92508ACA2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75AE1B2-E73F-4E6E-AAFB-FB1C02684D3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D750F2D6-C0E1-4AFE-AB87-083292737609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C0D66-F2BE-4BF4-87F6-CE618B5C89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0BCA11-08C2-4C9A-B0A3-31C9051CD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39999"/>
            <a:ext cx="11090273" cy="1210396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2CEB0-C969-40EA-A5E2-8D875E28A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29783"/>
            <a:ext cx="5448052" cy="792161"/>
          </a:xfrm>
        </p:spPr>
        <p:txBody>
          <a:bodyPr anchor="b"/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F41A6-112E-4305-A0BA-6E119A77A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C672C5-31B9-443B-8DEE-5523646891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03949" y="1929782"/>
            <a:ext cx="5437187" cy="792000"/>
          </a:xfrm>
        </p:spPr>
        <p:txBody>
          <a:bodyPr anchor="b"/>
          <a:lstStyle>
            <a:lvl1pPr marL="0" indent="0">
              <a:buNone/>
              <a:defRPr sz="1600" b="0" i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D18B9D-8B21-4249-A3AD-8FBE48F0F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03950" y="2937844"/>
            <a:ext cx="5437186" cy="3376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60881-13B2-4064-84FB-6D071F36C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FCE5D-D5EF-485D-97FA-2614FF96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04FC-4F66-417C-8E4B-74772ED05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945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521FD20-B9D4-4FD1-9AAD-F4157555AD62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7477A35-8424-45D6-A66E-8ACFA6C405B5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FBA1CE-E9AC-40C0-A7F9-E5671F5FEF9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0C2729A-59F8-46A4-9AAA-7665E5966E2D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EBBB96-590D-4704-87AD-A00AE2424DE8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89BAB7D-5298-40B9-910B-136D0C6A9934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23EA00-E168-4864-883B-358A7CDF9153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4F2DFA-2F27-43FB-B08C-0787FA44B0D1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50354-CD8D-4A3B-A7AC-04622BCB049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ED3C6-DA43-4D1C-9056-407A4FB1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6"/>
            <a:ext cx="11090275" cy="5759450"/>
          </a:xfrm>
        </p:spPr>
        <p:txBody>
          <a:bodyPr/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CEB41-E921-45ED-951A-861E31E01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B422D-769C-4E63-8763-ABBB88500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8FB6F-2D68-40C0-B628-142011F3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212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ED88E92-14F3-4B58-9E48-1D79E139A89E}"/>
              </a:ext>
            </a:extLst>
          </p:cNvPr>
          <p:cNvGrpSpPr/>
          <p:nvPr/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466AE7-32B6-4334-AF41-B9387E6726C5}"/>
                </a:ext>
              </a:extLst>
            </p:cNvPr>
            <p:cNvSpPr>
              <a:spLocks noChangeAspect="1"/>
            </p:cNvSpPr>
            <p:nvPr/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9C09F8-90CD-443F-9AA1-D08C56A605B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C7304AB-BE7D-45AC-A876-4A24543AE5B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E11922B-DDB3-46D7-B1BD-C1CCDB3C42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580F8F6-E662-4BCD-AC9C-7E5DDBD5A773}"/>
                  </a:ext>
                </a:extLst>
              </p:cNvPr>
              <p:cNvSpPr/>
              <p:nvPr/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9A333FE5-ADB0-48EE-A1A6-9AA36DA343A2}"/>
                  </a:ext>
                </a:extLst>
              </p:cNvPr>
              <p:cNvSpPr/>
              <p:nvPr/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B09CD4F-6DF4-48AA-BD35-23E3F2A643F7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223219-ACCC-42F2-A1B4-E3C8C8AB12A4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510B0E9-9BA0-4357-9E04-554C19BAAC89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en-US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F06DA80-525A-4C9E-A441-50630AA772A4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841E027-8E53-4FEB-8605-2124D85731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D871A2-AE80-4408-AA95-DC60D132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D122A1-7B97-4979-B319-1CE0A4A49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09A76-7DCD-477A-A6BA-EEA63FF94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55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5C0F5C-A529-490C-8941-78F10C6A00D3}"/>
              </a:ext>
            </a:extLst>
          </p:cNvPr>
          <p:cNvGrpSpPr/>
          <p:nvPr/>
        </p:nvGrpSpPr>
        <p:grpSpPr>
          <a:xfrm flipH="1">
            <a:off x="0" y="0"/>
            <a:ext cx="12191999" cy="6858001"/>
            <a:chOff x="0" y="-2"/>
            <a:chExt cx="12191999" cy="6858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4A8D739-B942-4545-9459-A6CAF0444D1F}"/>
                </a:ext>
              </a:extLst>
            </p:cNvPr>
            <p:cNvSpPr/>
            <p:nvPr/>
          </p:nvSpPr>
          <p:spPr>
            <a:xfrm>
              <a:off x="7995665" y="2562224"/>
              <a:ext cx="4196334" cy="4295775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40000"/>
                  </a:schemeClr>
                </a:gs>
                <a:gs pos="34000">
                  <a:schemeClr val="accent3">
                    <a:alpha val="20000"/>
                  </a:schemeClr>
                </a:gs>
                <a:gs pos="65000">
                  <a:schemeClr val="accent3">
                    <a:alpha val="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BB38CCA-110B-4404-9363-BFFA76C096D2}"/>
                </a:ext>
              </a:extLst>
            </p:cNvPr>
            <p:cNvGrpSpPr/>
            <p:nvPr/>
          </p:nvGrpSpPr>
          <p:grpSpPr>
            <a:xfrm rot="16200000">
              <a:off x="2295528" y="-2295528"/>
              <a:ext cx="6858000" cy="11449051"/>
              <a:chOff x="0" y="2333625"/>
              <a:chExt cx="9515474" cy="3766109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223FE99-C58F-4A56-8F8E-2942FF74E4BD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BBD4511-8AB6-4BD3-8410-7FB3EC8D42B2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7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A8CA067-2248-4BD3-B56E-2C014AEB2273}"/>
                </a:ext>
              </a:extLst>
            </p:cNvPr>
            <p:cNvGrpSpPr>
              <a:grpSpLocks noChangeAspect="1"/>
            </p:cNvGrpSpPr>
            <p:nvPr/>
          </p:nvGrpSpPr>
          <p:grpSpPr>
            <a:xfrm rot="5400000">
              <a:off x="3583369" y="-3583369"/>
              <a:ext cx="4713262" cy="11880000"/>
              <a:chOff x="1" y="0"/>
              <a:chExt cx="8305797" cy="6858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8C017B9B-2727-4255-8F80-9D4C2A5AE297}"/>
                  </a:ext>
                </a:extLst>
              </p:cNvPr>
              <p:cNvSpPr/>
              <p:nvPr/>
            </p:nvSpPr>
            <p:spPr>
              <a:xfrm>
                <a:off x="931" y="342900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93C5F16-BC47-4707-B6B7-DC5262ACDC51}"/>
                  </a:ext>
                </a:extLst>
              </p:cNvPr>
              <p:cNvSpPr/>
              <p:nvPr/>
            </p:nvSpPr>
            <p:spPr>
              <a:xfrm flipV="1">
                <a:off x="1" y="0"/>
                <a:ext cx="8304867" cy="3429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3">
                      <a:alpha val="60000"/>
                    </a:schemeClr>
                  </a:gs>
                  <a:gs pos="63000">
                    <a:schemeClr val="accent3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E88FE13-0734-4BB3-B4D1-7C53A194DA84}"/>
                </a:ext>
              </a:extLst>
            </p:cNvPr>
            <p:cNvGrpSpPr/>
            <p:nvPr/>
          </p:nvGrpSpPr>
          <p:grpSpPr>
            <a:xfrm>
              <a:off x="2676525" y="0"/>
              <a:ext cx="9515473" cy="3766109"/>
              <a:chOff x="2333625" y="2433367"/>
              <a:chExt cx="9897159" cy="376610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C9B7EF7-1EDF-4AC7-8E40-C2801783AC85}"/>
                  </a:ext>
                </a:extLst>
              </p:cNvPr>
              <p:cNvSpPr/>
              <p:nvPr/>
            </p:nvSpPr>
            <p:spPr>
              <a:xfrm>
                <a:off x="728220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25CA0A0-9A3F-498E-983D-B3285EF5AD9A}"/>
                  </a:ext>
                </a:extLst>
              </p:cNvPr>
              <p:cNvSpPr/>
              <p:nvPr/>
            </p:nvSpPr>
            <p:spPr>
              <a:xfrm flipH="1">
                <a:off x="2333625" y="2433367"/>
                <a:ext cx="4948579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5171814-E4F0-44B5-BC3F-588512210991}"/>
                </a:ext>
              </a:extLst>
            </p:cNvPr>
            <p:cNvGrpSpPr/>
            <p:nvPr/>
          </p:nvGrpSpPr>
          <p:grpSpPr>
            <a:xfrm>
              <a:off x="0" y="0"/>
              <a:ext cx="9515473" cy="3766109"/>
              <a:chOff x="0" y="2333625"/>
              <a:chExt cx="9515473" cy="3766109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8E666ACD-EB1C-4732-971B-C3B26061DB82}"/>
                  </a:ext>
                </a:extLst>
              </p:cNvPr>
              <p:cNvSpPr/>
              <p:nvPr/>
            </p:nvSpPr>
            <p:spPr>
              <a:xfrm>
                <a:off x="4757737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A4E213B-7F96-44C1-90B3-B72E9387BF73}"/>
                  </a:ext>
                </a:extLst>
              </p:cNvPr>
              <p:cNvSpPr/>
              <p:nvPr/>
            </p:nvSpPr>
            <p:spPr>
              <a:xfrm flipH="1">
                <a:off x="0" y="2333625"/>
                <a:ext cx="4757736" cy="3766109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>
                      <a:alpha val="60000"/>
                    </a:schemeClr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FE392AA-35E5-40E5-9309-284A0C5410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8188C-9713-46E1-AA5C-C84FE515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192CC-893A-4A84-A7E9-F389D83F0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0" y="540000"/>
            <a:ext cx="6408736" cy="5759450"/>
          </a:xfrm>
        </p:spPr>
        <p:txBody>
          <a:bodyPr/>
          <a:lstStyle>
            <a:lvl1pPr>
              <a:defRPr sz="3200"/>
            </a:lvl1pPr>
            <a:lvl2pPr>
              <a:defRPr sz="24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C7765-7D44-43DD-A1DF-419D3E1C6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3536950"/>
            <a:ext cx="4511426" cy="2771775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36875-AFB0-4905-8C9E-A72B4F597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37ABF-7E70-4E45-A67B-C503BF182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016CA-2983-47BF-BA09-2130A40C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003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97E00A2-2906-4C97-9D1F-C789D3ADD373}"/>
              </a:ext>
            </a:extLst>
          </p:cNvPr>
          <p:cNvGrpSpPr/>
          <p:nvPr/>
        </p:nvGrpSpPr>
        <p:grpSpPr>
          <a:xfrm rot="10800000">
            <a:off x="1392000" y="0"/>
            <a:ext cx="10800000" cy="6858000"/>
            <a:chOff x="0" y="0"/>
            <a:chExt cx="10800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CE8EF9-87D6-47FD-B7D3-2D48D8E48AC3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84998E-9D37-4D0D-889A-C67531E5295C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B575B0B-C502-438E-967C-64D268031426}"/>
              </a:ext>
            </a:extLst>
          </p:cNvPr>
          <p:cNvGrpSpPr>
            <a:grpSpLocks noChangeAspect="1"/>
          </p:cNvGrpSpPr>
          <p:nvPr/>
        </p:nvGrpSpPr>
        <p:grpSpPr>
          <a:xfrm rot="16200000" flipH="1">
            <a:off x="-1714500" y="1714500"/>
            <a:ext cx="6858000" cy="3429000"/>
            <a:chOff x="0" y="0"/>
            <a:chExt cx="2880000" cy="1440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FC29931-00EB-4F74-BE4C-172A4C282A26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89B4C87-FDD3-406D-BE06-3ABF69905E03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FD817A89-A0E1-4190-90AE-0571E6CE8FC6}"/>
              </a:ext>
            </a:extLst>
          </p:cNvPr>
          <p:cNvSpPr>
            <a:spLocks noChangeAspect="1"/>
          </p:cNvSpPr>
          <p:nvPr/>
        </p:nvSpPr>
        <p:spPr>
          <a:xfrm rot="10800000">
            <a:off x="5602287" y="268286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D20388-C666-4992-920D-5F034214950C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AB0CC3-A07E-43B8-9B34-0A67C1806D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800A6-9706-4B81-B957-C950A5F77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540000"/>
            <a:ext cx="4511425" cy="2771774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7652B-AA0D-4574-AF1D-7F7442D84B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32400" y="549275"/>
            <a:ext cx="6408736" cy="57594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19547-D24B-4BD1-8C26-318450B1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9999" y="3536950"/>
            <a:ext cx="4511425" cy="2771774"/>
          </a:xfrm>
        </p:spPr>
        <p:txBody>
          <a:bodyPr/>
          <a:lstStyle>
            <a:lvl1pPr marL="0" indent="0">
              <a:buNone/>
              <a:defRPr sz="1600" cap="all" spc="3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A22E6-7E01-4547-8555-B2C19754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F6BEC-98F3-43FE-BA9B-B046D891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FAF54-57F0-46F9-A1BA-B554E1401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852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C461672-F18A-4768-9850-0531FD3720BA}"/>
              </a:ext>
            </a:extLst>
          </p:cNvPr>
          <p:cNvGrpSpPr/>
          <p:nvPr/>
        </p:nvGrpSpPr>
        <p:grpSpPr>
          <a:xfrm rot="10800000">
            <a:off x="5921828" y="2876440"/>
            <a:ext cx="6270171" cy="3981559"/>
            <a:chOff x="0" y="0"/>
            <a:chExt cx="10800000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FA73898-D78C-45F9-AFC1-2AB16F6725C2}"/>
                </a:ext>
              </a:extLst>
            </p:cNvPr>
            <p:cNvSpPr/>
            <p:nvPr/>
          </p:nvSpPr>
          <p:spPr>
            <a:xfrm>
              <a:off x="540000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C423E3-700B-43D6-A2CB-F3C871632C20}"/>
                </a:ext>
              </a:extLst>
            </p:cNvPr>
            <p:cNvSpPr/>
            <p:nvPr/>
          </p:nvSpPr>
          <p:spPr>
            <a:xfrm flipH="1">
              <a:off x="0" y="0"/>
              <a:ext cx="5400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F05B2A-1EC7-4131-B899-C7ECB9A502EB}"/>
              </a:ext>
            </a:extLst>
          </p:cNvPr>
          <p:cNvGrpSpPr>
            <a:grpSpLocks noChangeAspect="1"/>
          </p:cNvGrpSpPr>
          <p:nvPr/>
        </p:nvGrpSpPr>
        <p:grpSpPr>
          <a:xfrm flipH="1">
            <a:off x="0" y="-1"/>
            <a:ext cx="9361714" cy="4680857"/>
            <a:chOff x="0" y="0"/>
            <a:chExt cx="2880000" cy="1440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711D4C-4FFE-4151-B53D-60890F0F5827}"/>
                </a:ext>
              </a:extLst>
            </p:cNvPr>
            <p:cNvSpPr/>
            <p:nvPr/>
          </p:nvSpPr>
          <p:spPr>
            <a:xfrm>
              <a:off x="144000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69D6393-413D-4151-BC2C-43161BE4A799}"/>
                </a:ext>
              </a:extLst>
            </p:cNvPr>
            <p:cNvSpPr/>
            <p:nvPr/>
          </p:nvSpPr>
          <p:spPr>
            <a:xfrm flipH="1">
              <a:off x="0" y="0"/>
              <a:ext cx="1440000" cy="1440000"/>
            </a:xfrm>
            <a:prstGeom prst="rect">
              <a:avLst/>
            </a:prstGeom>
            <a:gradFill flip="none" rotWithShape="1">
              <a:gsLst>
                <a:gs pos="0">
                  <a:schemeClr val="accent2"/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96370B9-6459-4B05-9A8B-A9E7FA8966CD}"/>
              </a:ext>
            </a:extLst>
          </p:cNvPr>
          <p:cNvSpPr>
            <a:spLocks noChangeAspect="1"/>
          </p:cNvSpPr>
          <p:nvPr/>
        </p:nvSpPr>
        <p:spPr>
          <a:xfrm rot="10800000">
            <a:off x="8430794" y="3096793"/>
            <a:ext cx="3761205" cy="3761205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3AC0C6-74C3-4E55-AA42-A9F1A4B1B210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6589713" cy="658971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60000"/>
                </a:schemeClr>
              </a:gs>
              <a:gs pos="60000">
                <a:schemeClr val="accent1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2C27A4-86D3-4C83-8022-E37A8672A9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F1FF59-E1BE-4475-953B-5BF6FBC1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090273" cy="18002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F1F045-44C5-4165-A640-4E4D33A595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0000" y="2528887"/>
            <a:ext cx="11090276" cy="3779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047A-D05B-44E9-A240-BDB881C4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CB2E8-A68D-478D-A728-C9612848C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E4F1D-3280-4DB5-B2E0-DA7F1071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390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C627D45-FE54-49FF-A37F-6206993AEFD8}"/>
              </a:ext>
            </a:extLst>
          </p:cNvPr>
          <p:cNvGrpSpPr/>
          <p:nvPr/>
        </p:nvGrpSpPr>
        <p:grpSpPr>
          <a:xfrm>
            <a:off x="0" y="-3"/>
            <a:ext cx="12192000" cy="6858003"/>
            <a:chOff x="0" y="-3"/>
            <a:chExt cx="12192000" cy="6858003"/>
          </a:xfrm>
        </p:grpSpPr>
        <p:sp useBgFill="1">
          <p:nvSpPr>
            <p:cNvPr id="8" name="Rectangle 7">
              <a:extLst>
                <a:ext uri="{FF2B5EF4-FFF2-40B4-BE49-F238E27FC236}">
                  <a16:creationId xmlns:a16="http://schemas.microsoft.com/office/drawing/2014/main" id="{879CEFA6-CCA5-4FEF-B53D-E74B1E67E9C7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CFCD768-2100-4B20-87EF-9F92EFBD8F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000" y="-3"/>
              <a:ext cx="11520000" cy="5760000"/>
              <a:chOff x="5981700" y="-1"/>
              <a:chExt cx="6042660" cy="302133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0D1B599-DFF1-4E00-9EAE-EE32BD7B4860}"/>
                  </a:ext>
                </a:extLst>
              </p:cNvPr>
              <p:cNvSpPr/>
              <p:nvPr/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0FCF7F6-290B-4DE7-BA60-863CBF95C2AF}"/>
                  </a:ext>
                </a:extLst>
              </p:cNvPr>
              <p:cNvSpPr/>
              <p:nvPr/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59358AB-E1C9-402B-9F3F-28B4F50DAC6F}"/>
                </a:ext>
              </a:extLst>
            </p:cNvPr>
            <p:cNvSpPr>
              <a:spLocks noChangeAspect="1"/>
            </p:cNvSpPr>
            <p:nvPr/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8C24EC-8C5D-4A7E-9D57-C752E0DC94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C0B30A-4855-4424-B3A8-AC110CA8356F}"/>
                </a:ext>
              </a:extLst>
            </p:cNvPr>
            <p:cNvGrpSpPr/>
            <p:nvPr/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DC119EB9-1A9A-45A4-AE16-9968A70C5C35}"/>
                  </a:ext>
                </a:extLst>
              </p:cNvPr>
              <p:cNvSpPr/>
              <p:nvPr/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A5B7B85-4DC3-4343-B734-4852DD5DF033}"/>
                  </a:ext>
                </a:extLst>
              </p:cNvPr>
              <p:cNvSpPr/>
              <p:nvPr/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3F3733E-DBA5-4A25-9315-B7A1A5E7A1FF}"/>
                </a:ext>
              </a:extLst>
            </p:cNvPr>
            <p:cNvSpPr>
              <a:spLocks noChangeAspect="1"/>
            </p:cNvSpPr>
            <p:nvPr/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AB30D07-BE85-45CD-8055-8C57B00E29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FFCCA-9DBF-4E0A-BDC6-F7B8F39BD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12238" y="539999"/>
            <a:ext cx="2628900" cy="57687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F1B23-21CD-4A3B-938B-5502019A1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0863" y="539999"/>
            <a:ext cx="8245475" cy="57687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9C884-5A98-4C01-BB89-098AC6966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BCE0-945C-4FDF-95A1-2149B1FF5B83}" type="datetimeFigureOut">
              <a:rPr lang="en-US" smtClean="0"/>
              <a:t>7/23/2024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54D22-9CD7-4FC6-9444-21948246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ECC14-D66C-401A-A0C9-DFCA5533A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77608-3819-479B-BB98-C216BA724E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846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749C77-AA3A-4DA0-9E20-32FCD2B8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1101135" cy="18095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C81A-9B5E-4A92-AA7B-3D750F95F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528887"/>
            <a:ext cx="11101136" cy="3779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B8083-48FB-4D6A-B77A-262FE3E23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314400"/>
            <a:ext cx="7350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DA5BD-F7C8-4883-81D1-EF1F6F00EF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75613" y="6314400"/>
            <a:ext cx="2623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spc="100" baseline="0">
                <a:solidFill>
                  <a:schemeClr val="tx1"/>
                </a:solidFill>
              </a:defRPr>
            </a:lvl1pPr>
          </a:lstStyle>
          <a:p>
            <a:pPr algn="r"/>
            <a:fld id="{7CF0BCE0-945C-4FDF-95A1-2149B1FF5B83}" type="datetimeFigureOut">
              <a:rPr lang="en-US" smtClean="0"/>
              <a:pPr algn="r"/>
              <a:t>7/23/2024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8FEDB-2614-400B-9C19-0F4D448D9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3899" y="6314400"/>
            <a:ext cx="7572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4CD77608-3819-479B-BB98-C216BA724EFE}" type="slidenum">
              <a:rPr lang="en-US" smtClean="0"/>
              <a:pPr/>
              <a:t>‹#›</a:t>
            </a:fld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968796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88" r:id="rId5"/>
    <p:sldLayoutId id="2147483693" r:id="rId6"/>
    <p:sldLayoutId id="2147483689" r:id="rId7"/>
    <p:sldLayoutId id="2147483690" r:id="rId8"/>
    <p:sldLayoutId id="2147483691" r:id="rId9"/>
    <p:sldLayoutId id="2147483692" r:id="rId10"/>
    <p:sldLayoutId id="214748369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72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108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144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1800000" indent="-2700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9B5A19-3592-48E2-BC31-90E092BD6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2548C40-4C00-4E91-BFA6-84B4D662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1999" cy="6861600"/>
            <a:chOff x="1" y="0"/>
            <a:chExt cx="12191999" cy="68616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6EE6BCA-C84E-4BED-B084-F599F7EE6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1640114"/>
              <a:ext cx="5217886" cy="5217886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60000"/>
                  </a:schemeClr>
                </a:gs>
                <a:gs pos="60000">
                  <a:schemeClr val="accent2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4695526-4BAA-4EFE-91C1-1E446117C0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4514" y="0"/>
              <a:ext cx="4320000" cy="4320000"/>
            </a:xfrm>
            <a:prstGeom prst="ellipse">
              <a:avLst/>
            </a:prstGeom>
            <a:solidFill>
              <a:schemeClr val="accent3">
                <a:alpha val="96000"/>
              </a:schemeClr>
            </a:solidFill>
            <a:ln>
              <a:noFill/>
            </a:ln>
            <a:effectLst>
              <a:softEdge rad="1016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0DF9B86-7987-40DC-85D6-479F5A2E87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9057" y="1230054"/>
              <a:ext cx="5506886" cy="5506886"/>
            </a:xfrm>
            <a:prstGeom prst="ellipse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5465368-1AF5-43D6-BAD2-6BE8B04D9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90092" y="0"/>
              <a:ext cx="10800000" cy="6858000"/>
              <a:chOff x="2328000" y="0"/>
              <a:chExt cx="2880000" cy="144000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EB28D27-BDED-4D8C-94FC-58E9323571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376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7AC833D-449C-45F4-9851-216F3681F2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2328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/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9528AAE-A1EB-446C-81BE-BA5E4490E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7048499" y="1714500"/>
              <a:ext cx="6858000" cy="3429000"/>
              <a:chOff x="0" y="0"/>
              <a:chExt cx="2880000" cy="1440000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F7C0F2C-B581-402B-B4C4-6DFB713149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56A6B0D-707F-420B-BF4D-2CB60CCCA0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8B7A59E-D61A-4BEB-A38A-1E8E5EBB83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602287" y="271887"/>
              <a:ext cx="6589713" cy="6589713"/>
            </a:xfrm>
            <a:prstGeom prst="rect">
              <a:avLst/>
            </a:prstGeom>
            <a:gradFill flip="none" rotWithShape="1">
              <a:gsLst>
                <a:gs pos="0">
                  <a:schemeClr val="accent3"/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DD99E1B6-CBC4-4306-9DFC-847D6D135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40000"/>
                </a:schemeClr>
              </a:gs>
              <a:gs pos="37000">
                <a:schemeClr val="bg2">
                  <a:alpha val="40000"/>
                </a:schemeClr>
              </a:gs>
              <a:gs pos="79000">
                <a:schemeClr val="bg2">
                  <a:alpha val="0"/>
                </a:scheme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F9FB13-950E-AED7-96A2-0DD948646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540000"/>
            <a:ext cx="4500561" cy="4259814"/>
          </a:xfrm>
        </p:spPr>
        <p:txBody>
          <a:bodyPr>
            <a:normAutofit/>
          </a:bodyPr>
          <a:lstStyle/>
          <a:p>
            <a:r>
              <a:rPr lang="en-GB" sz="4200"/>
              <a:t>AI-Driven Optimization of Logistics Networks for Sustainable and Seamless Distribution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F44A9D-F1E2-A2F2-2F10-8BB90E1D7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988476"/>
            <a:ext cx="4500561" cy="1320249"/>
          </a:xfrm>
        </p:spPr>
        <p:txBody>
          <a:bodyPr>
            <a:normAutofit/>
          </a:bodyPr>
          <a:lstStyle/>
          <a:p>
            <a:r>
              <a:rPr lang="en-GB" dirty="0"/>
              <a:t>S. U. G. Senanayake</a:t>
            </a:r>
          </a:p>
          <a:p>
            <a:r>
              <a:rPr lang="en-GB" dirty="0"/>
              <a:t>201462D</a:t>
            </a:r>
          </a:p>
        </p:txBody>
      </p:sp>
      <p:pic>
        <p:nvPicPr>
          <p:cNvPr id="4" name="Picture 3" descr="A colorful swirls of paint&#10;&#10;Description automatically generated with medium confidence">
            <a:extLst>
              <a:ext uri="{FF2B5EF4-FFF2-40B4-BE49-F238E27FC236}">
                <a16:creationId xmlns:a16="http://schemas.microsoft.com/office/drawing/2014/main" id="{7F5F54A9-2B96-1D1A-AB84-F0220D6758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23" r="23056" b="-1"/>
          <a:stretch/>
        </p:blipFill>
        <p:spPr>
          <a:xfrm>
            <a:off x="5747424" y="10"/>
            <a:ext cx="644457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19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DE517-A299-3C0A-112C-098A0FF27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AI-Driven Optimization of Logistics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4A59A-5AEC-21C1-1702-48941D9F5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Uses artificial intelligence to enhance the efficiency, reliability, and sustainability of logistics networks &gt; growing </a:t>
            </a:r>
            <a:r>
              <a:rPr lang="en-GB" b="1" dirty="0"/>
              <a:t>demand</a:t>
            </a:r>
            <a:r>
              <a:rPr lang="en-GB" dirty="0"/>
              <a:t> for faster, more </a:t>
            </a:r>
            <a:r>
              <a:rPr lang="en-GB" b="1" dirty="0"/>
              <a:t>reliable</a:t>
            </a:r>
            <a:r>
              <a:rPr lang="en-GB" dirty="0"/>
              <a:t>, and </a:t>
            </a:r>
            <a:r>
              <a:rPr lang="en-GB" b="1" dirty="0"/>
              <a:t>eco-friendly</a:t>
            </a:r>
            <a:r>
              <a:rPr lang="en-GB" dirty="0"/>
              <a:t> logistics services.</a:t>
            </a:r>
          </a:p>
          <a:p>
            <a:r>
              <a:rPr lang="en-GB" dirty="0"/>
              <a:t>Current Challenges…</a:t>
            </a:r>
          </a:p>
          <a:p>
            <a:pPr lvl="1"/>
            <a:r>
              <a:rPr lang="en-GB" dirty="0"/>
              <a:t>High operational costs</a:t>
            </a:r>
          </a:p>
          <a:p>
            <a:pPr lvl="1"/>
            <a:r>
              <a:rPr lang="en-GB" dirty="0"/>
              <a:t>Delays in deliveries affecting customer satisfaction</a:t>
            </a:r>
          </a:p>
          <a:p>
            <a:pPr lvl="1"/>
            <a:r>
              <a:rPr lang="en-GB" dirty="0"/>
              <a:t>Environmental impact</a:t>
            </a:r>
          </a:p>
          <a:p>
            <a:r>
              <a:rPr lang="en-GB" dirty="0"/>
              <a:t>Research Aim</a:t>
            </a:r>
          </a:p>
          <a:p>
            <a:pPr marL="450000" lvl="1" indent="0">
              <a:buNone/>
            </a:pPr>
            <a:r>
              <a:rPr lang="en-GB" dirty="0"/>
              <a:t>“To explore how AI technologies can optimize logistics networks, making them more     					sustainable and seamless”</a:t>
            </a:r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8340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23677-94D6-B26B-830A-E7CD86701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 Technologies and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FBA5E-4364-D423-76DB-EE21318FC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AI Techniques &gt; Machine Learning / Optimization Algorithms / IoT and Big Data Analytics</a:t>
            </a:r>
          </a:p>
          <a:p>
            <a:r>
              <a:rPr lang="en-GB" dirty="0"/>
              <a:t>Applications in Logistics Networks</a:t>
            </a:r>
          </a:p>
          <a:p>
            <a:pPr lvl="1"/>
            <a:r>
              <a:rPr lang="en-GB" dirty="0"/>
              <a:t>Route Optimization</a:t>
            </a:r>
          </a:p>
          <a:p>
            <a:pPr lvl="1"/>
            <a:r>
              <a:rPr lang="en-GB" dirty="0"/>
              <a:t>Demand Forecasting</a:t>
            </a:r>
          </a:p>
          <a:p>
            <a:pPr lvl="1"/>
            <a:r>
              <a:rPr lang="en-GB" dirty="0"/>
              <a:t>Inventory Management</a:t>
            </a:r>
          </a:p>
          <a:p>
            <a:r>
              <a:rPr lang="en-GB" dirty="0"/>
              <a:t>Case Studies / Examples</a:t>
            </a:r>
          </a:p>
          <a:p>
            <a:pPr lvl="1"/>
            <a:r>
              <a:rPr lang="en-GB" b="1" dirty="0"/>
              <a:t>Amazon</a:t>
            </a:r>
            <a:r>
              <a:rPr lang="en-GB" dirty="0"/>
              <a:t> - AI for warehouse automation and route optimization &gt; improving delivery speed and reducing costs</a:t>
            </a:r>
          </a:p>
          <a:p>
            <a:pPr lvl="1"/>
            <a:r>
              <a:rPr lang="en-GB" b="1" dirty="0"/>
              <a:t>DHL</a:t>
            </a:r>
            <a:r>
              <a:rPr lang="en-GB" dirty="0"/>
              <a:t> - AI-powered predictive analytics &gt; enhance supply chain efficiency.</a:t>
            </a:r>
          </a:p>
        </p:txBody>
      </p:sp>
    </p:spTree>
    <p:extLst>
      <p:ext uri="{BB962C8B-B14F-4D97-AF65-F5344CB8AC3E}">
        <p14:creationId xmlns:p14="http://schemas.microsoft.com/office/powerpoint/2010/main" val="1714512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3E46C-5840-6E8C-D2AE-F72CACE0C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Sustainability and Seamless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6F7EA-C8E0-4F9D-B015-B1F2DA477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Sustainability Benefits</a:t>
            </a:r>
          </a:p>
          <a:p>
            <a:pPr lvl="1"/>
            <a:r>
              <a:rPr lang="en-GB" dirty="0"/>
              <a:t>Reduced Carbon Footprint – AI optimizes routes &gt; minimize fuel consumption</a:t>
            </a:r>
          </a:p>
          <a:p>
            <a:pPr lvl="1"/>
            <a:r>
              <a:rPr lang="en-GB" dirty="0"/>
              <a:t>Enhanced Resource Utilization - Efficient use of vehicles and warehousing resources</a:t>
            </a:r>
          </a:p>
          <a:p>
            <a:pPr lvl="1"/>
            <a:r>
              <a:rPr lang="en-GB" dirty="0"/>
              <a:t>Green Logistics - AI insights &gt; Eco-Friendly practices</a:t>
            </a:r>
          </a:p>
          <a:p>
            <a:r>
              <a:rPr lang="en-GB" dirty="0"/>
              <a:t>Seamless Distribution</a:t>
            </a:r>
          </a:p>
          <a:p>
            <a:pPr lvl="1"/>
            <a:r>
              <a:rPr lang="en-GB" dirty="0"/>
              <a:t>Reduced Delays - AI predicts and mitigates potential disruptions</a:t>
            </a:r>
          </a:p>
          <a:p>
            <a:pPr lvl="1"/>
            <a:r>
              <a:rPr lang="en-GB" dirty="0"/>
              <a:t>Improved Accuracy - Enhanced tracking and data analytics</a:t>
            </a:r>
          </a:p>
          <a:p>
            <a:pPr lvl="1"/>
            <a:r>
              <a:rPr lang="en-GB" dirty="0"/>
              <a:t>Better Customer Experience - Reliable and timely deliveries</a:t>
            </a:r>
          </a:p>
        </p:txBody>
      </p:sp>
    </p:spTree>
    <p:extLst>
      <p:ext uri="{BB962C8B-B14F-4D97-AF65-F5344CB8AC3E}">
        <p14:creationId xmlns:p14="http://schemas.microsoft.com/office/powerpoint/2010/main" val="3507149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6260A41-D170-44DF-9081-4DF21FEA4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95FF435-E138-4CA4-80B8-D25C259F9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2485C0B2-7933-4948-A03E-349095C3D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72000" y="0"/>
              <a:ext cx="11520000" cy="5760000"/>
              <a:chOff x="5981700" y="-1"/>
              <a:chExt cx="6042660" cy="3021330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B908EF2-2272-4B36-96AB-C32B427986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900303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31B435FF-41C1-463D-9CBA-A39108AB8D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5981700" y="-1"/>
                <a:ext cx="3021330" cy="302133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alpha val="60000"/>
                    </a:schemeClr>
                  </a:gs>
                  <a:gs pos="60000">
                    <a:schemeClr val="accent1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8B33A19-5CB6-4F2E-B3E7-8C58F59B7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5334000" y="0"/>
              <a:ext cx="6858000" cy="6858000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alpha val="60000"/>
                  </a:schemeClr>
                </a:gs>
                <a:gs pos="60000">
                  <a:schemeClr val="accent3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9F2B898-391D-428B-986C-20A26B2311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538000"/>
              <a:ext cx="4320000" cy="432000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  <a:effectLst>
              <a:softEdge rad="12700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0A330802-5C22-4A7E-BFDD-B52A75A2A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1" y="2948940"/>
              <a:ext cx="7818118" cy="3909059"/>
              <a:chOff x="0" y="0"/>
              <a:chExt cx="2880000" cy="1440000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1965FD02-57E9-494C-81A6-EAE3BFA128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144000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4F2C922-889D-461D-97A2-5F11410B91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flipH="1">
                <a:off x="0" y="0"/>
                <a:ext cx="1440000" cy="14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2"/>
                  </a:gs>
                  <a:gs pos="60000">
                    <a:schemeClr val="accent2">
                      <a:alpha val="0"/>
                    </a:schemeClr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565F5B8-8061-418A-B7EC-93604025F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0" y="521786"/>
              <a:ext cx="6336213" cy="6336213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60000">
                  <a:schemeClr val="accent1"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9AFD05-6925-75F2-4D71-C4FE41C74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1520825"/>
            <a:ext cx="6373812" cy="2808288"/>
          </a:xfrm>
        </p:spPr>
        <p:txBody>
          <a:bodyPr anchor="t">
            <a:normAutofit/>
          </a:bodyPr>
          <a:lstStyle/>
          <a:p>
            <a:r>
              <a:rPr lang="en-GB"/>
              <a:t>Thank You!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5112182"/>
      </p:ext>
    </p:extLst>
  </p:cSld>
  <p:clrMapOvr>
    <a:masterClrMapping/>
  </p:clrMapOvr>
</p:sld>
</file>

<file path=ppt/theme/theme1.xml><?xml version="1.0" encoding="utf-8"?>
<a:theme xmlns:a="http://schemas.openxmlformats.org/drawingml/2006/main" name="GlowVTI">
  <a:themeElements>
    <a:clrScheme name="AnalogousFromDarkSeed_2SEEDS">
      <a:dk1>
        <a:srgbClr val="000000"/>
      </a:dk1>
      <a:lt1>
        <a:srgbClr val="FFFFFF"/>
      </a:lt1>
      <a:dk2>
        <a:srgbClr val="3E3423"/>
      </a:dk2>
      <a:lt2>
        <a:srgbClr val="E2E7E8"/>
      </a:lt2>
      <a:accent1>
        <a:srgbClr val="B14D3B"/>
      </a:accent1>
      <a:accent2>
        <a:srgbClr val="C34D6C"/>
      </a:accent2>
      <a:accent3>
        <a:srgbClr val="C3904D"/>
      </a:accent3>
      <a:accent4>
        <a:srgbClr val="4EB13B"/>
      </a:accent4>
      <a:accent5>
        <a:srgbClr val="49B965"/>
      </a:accent5>
      <a:accent6>
        <a:srgbClr val="3BB18A"/>
      </a:accent6>
      <a:hlink>
        <a:srgbClr val="519130"/>
      </a:hlink>
      <a:folHlink>
        <a:srgbClr val="7F7F7F"/>
      </a:folHlink>
    </a:clrScheme>
    <a:fontScheme name="Blur">
      <a:majorFont>
        <a:latin typeface="Bell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owVTI" id="{D5B5AA20-F6D3-43B8-AF6B-ECAF69256418}" vid="{93025AB5-1D44-4CD3-9BC3-729F6E11E0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216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Avenir Next LT Pro</vt:lpstr>
      <vt:lpstr>Bell MT</vt:lpstr>
      <vt:lpstr>GlowVTI</vt:lpstr>
      <vt:lpstr>AI-Driven Optimization of Logistics Networks for Sustainable and Seamless Distribution</vt:lpstr>
      <vt:lpstr>AI-Driven Optimization of Logistics Networks</vt:lpstr>
      <vt:lpstr>AI Technologies and Techniques</vt:lpstr>
      <vt:lpstr>Sustainability and Seamless Distribution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Upeksha Senanayake</dc:creator>
  <cp:lastModifiedBy>Upeksha Senanayake</cp:lastModifiedBy>
  <cp:revision>2</cp:revision>
  <dcterms:created xsi:type="dcterms:W3CDTF">2024-07-21T11:08:12Z</dcterms:created>
  <dcterms:modified xsi:type="dcterms:W3CDTF">2024-07-23T12:23:18Z</dcterms:modified>
</cp:coreProperties>
</file>