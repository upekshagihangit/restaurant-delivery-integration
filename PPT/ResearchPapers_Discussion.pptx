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61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2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2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1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0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5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4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7/30/2024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687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FB13-950E-AED7-96A2-0DD948646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GB" sz="4200" dirty="0"/>
              <a:t>Research Papers on “AI-Driven Optimization of Logistics Networks for Sustainable and Seamless Distribution”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4A9D-F1E2-A2F2-2F10-8BB90E1D7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GB" dirty="0"/>
              <a:t>S. U. G. Senanayake</a:t>
            </a:r>
          </a:p>
          <a:p>
            <a:r>
              <a:rPr lang="en-GB" dirty="0"/>
              <a:t>201462D</a:t>
            </a:r>
          </a:p>
        </p:txBody>
      </p:sp>
      <p:pic>
        <p:nvPicPr>
          <p:cNvPr id="4" name="Picture 3" descr="A colorful swirls of paint&#10;&#10;Description automatically generated with medium confidence">
            <a:extLst>
              <a:ext uri="{FF2B5EF4-FFF2-40B4-BE49-F238E27FC236}">
                <a16:creationId xmlns:a16="http://schemas.microsoft.com/office/drawing/2014/main" id="{7F5F54A9-2B96-1D1A-AB84-F0220D67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3" r="23056" b="-1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1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E517-A299-3C0A-112C-098A0FF2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Various Authors, et al. (2021). "Big data-driven optimization for sustainable reverse logistics network design." Journal of Ambient Intelligence and Humanized Computing.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A59A-5AEC-21C1-1702-48941D9F5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2272855"/>
            <a:ext cx="11101136" cy="3779837"/>
          </a:xfrm>
        </p:spPr>
        <p:txBody>
          <a:bodyPr/>
          <a:lstStyle/>
          <a:p>
            <a:r>
              <a:rPr lang="en-GB" dirty="0"/>
              <a:t>main objective – “how big data and advanced analytics can optimize reverse logistics networks focusing on sustainability”</a:t>
            </a:r>
          </a:p>
          <a:p>
            <a:r>
              <a:rPr lang="en-GB" dirty="0"/>
              <a:t>highlighted areas </a:t>
            </a:r>
          </a:p>
          <a:p>
            <a:pPr lvl="1"/>
            <a:r>
              <a:rPr lang="en-GB" dirty="0"/>
              <a:t>Use of robust network design</a:t>
            </a:r>
          </a:p>
          <a:p>
            <a:pPr lvl="1"/>
            <a:r>
              <a:rPr lang="en-GB" dirty="0"/>
              <a:t>Big data to handle end-of-life vehicles</a:t>
            </a:r>
          </a:p>
          <a:p>
            <a:pPr lvl="1"/>
            <a:r>
              <a:rPr lang="en-GB" dirty="0"/>
              <a:t>Emphasizing sustainability</a:t>
            </a:r>
          </a:p>
          <a:p>
            <a:pPr lvl="1"/>
            <a:r>
              <a:rPr lang="en-GB" dirty="0"/>
              <a:t>Resilience in reverse logistics</a:t>
            </a:r>
          </a:p>
          <a:p>
            <a:r>
              <a:rPr lang="en-GB" dirty="0"/>
              <a:t>overview - methodologies used to </a:t>
            </a:r>
            <a:r>
              <a:rPr lang="en-GB" b="1" dirty="0"/>
              <a:t>design sustainable reverse logistics systems</a:t>
            </a:r>
            <a:r>
              <a:rPr lang="en-GB" dirty="0"/>
              <a:t>, addressing key challenges such as </a:t>
            </a:r>
            <a:r>
              <a:rPr lang="en-GB" b="1" dirty="0"/>
              <a:t>uncertainty</a:t>
            </a:r>
            <a:r>
              <a:rPr lang="en-GB" dirty="0"/>
              <a:t> and </a:t>
            </a:r>
            <a:r>
              <a:rPr lang="en-GB" b="1" dirty="0"/>
              <a:t>disruption</a:t>
            </a:r>
            <a:r>
              <a:rPr lang="en-GB" dirty="0"/>
              <a:t> in supply chains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834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E517-A299-3C0A-112C-098A0FF2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Giuffrida, N., et al. (2022). "Optimization and Machine Learning Applied to Last-Mile Logistics: A Review." </a:t>
            </a:r>
            <a:r>
              <a:rPr lang="en-GB" sz="3600"/>
              <a:t>Journal of Sustainability</a:t>
            </a:r>
            <a:r>
              <a:rPr lang="en-GB" sz="36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A59A-5AEC-21C1-1702-48941D9F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main objective – “application of optimization and machine learning techniques in last-mile logistics”</a:t>
            </a:r>
          </a:p>
          <a:p>
            <a:r>
              <a:rPr lang="en-GB" dirty="0"/>
              <a:t>identifies the main problems studied, the algorithms used, and the case studies conducted in recent years</a:t>
            </a:r>
          </a:p>
          <a:p>
            <a:r>
              <a:rPr lang="en-GB" dirty="0"/>
              <a:t>studies into traditional optimization models, machine learning approaches, and mixed methods</a:t>
            </a:r>
          </a:p>
          <a:p>
            <a:r>
              <a:rPr lang="en-GB" dirty="0"/>
              <a:t>providing insights into the current state of research and identifying gaps and future directions </a:t>
            </a:r>
          </a:p>
          <a:p>
            <a:r>
              <a:rPr lang="en-GB" dirty="0"/>
              <a:t>emphasizes the importance of integrating AI and ML to improve efficiency and sustainability in last-mile delivery processes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059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E517-A299-3C0A-112C-098A0FF2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Various authors. (2022). "AI-Based Framework for Optimizing Urban Logistics." Journal of Cleaner Production.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A59A-5AEC-21C1-1702-48941D9F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main objective – “focuses on the implementation of AI technologies to enhance the efficiency of urban freight transportation”</a:t>
            </a:r>
          </a:p>
          <a:p>
            <a:r>
              <a:rPr lang="en-GB" dirty="0"/>
              <a:t>aiming to reduce environmental impact and improve service</a:t>
            </a:r>
          </a:p>
          <a:p>
            <a:r>
              <a:rPr lang="en-GB" dirty="0"/>
              <a:t>includes various AI techniques </a:t>
            </a:r>
          </a:p>
          <a:p>
            <a:pPr lvl="1"/>
            <a:r>
              <a:rPr lang="en-GB" dirty="0"/>
              <a:t>predictive analytics </a:t>
            </a:r>
          </a:p>
          <a:p>
            <a:pPr lvl="1"/>
            <a:r>
              <a:rPr lang="en-GB" dirty="0"/>
              <a:t>route optimization</a:t>
            </a:r>
          </a:p>
          <a:p>
            <a:pPr lvl="1"/>
            <a:r>
              <a:rPr lang="en-GB" dirty="0"/>
              <a:t>demand forecasting</a:t>
            </a:r>
          </a:p>
          <a:p>
            <a:pPr lvl="1"/>
            <a:r>
              <a:rPr lang="en-GB" dirty="0"/>
              <a:t>demonstrating significant improvements in logistics performance and sustainability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25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6260A41-D170-44DF-9081-4DF21FEA4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5FF435-E138-4CA4-80B8-D25C259F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85C0B2-7933-4948-A03E-349095C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0"/>
              <a:ext cx="11520000" cy="5760000"/>
              <a:chOff x="5981700" y="-1"/>
              <a:chExt cx="6042660" cy="302133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B908EF2-2272-4B36-96AB-C32B42798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435FF-41C1-463D-9CBA-A39108AB8D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B33A19-5CB6-4F2E-B3E7-8C58F59B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F2B898-391D-428B-986C-20A26B231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A330802-5C22-4A7E-BFDD-B52A75A2A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965FD02-57E9-494C-81A6-EAE3BFA128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4F2C922-889D-461D-97A2-5F11410B91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65F5B8-8061-418A-B7EC-93604025F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9AFD05-6925-75F2-4D71-C4FE41C74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520825"/>
            <a:ext cx="6373812" cy="2808288"/>
          </a:xfrm>
        </p:spPr>
        <p:txBody>
          <a:bodyPr anchor="t">
            <a:normAutofit/>
          </a:bodyPr>
          <a:lstStyle/>
          <a:p>
            <a:r>
              <a:rPr lang="en-GB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112182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DarkSeed_2SEEDS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B14D3B"/>
      </a:accent1>
      <a:accent2>
        <a:srgbClr val="C34D6C"/>
      </a:accent2>
      <a:accent3>
        <a:srgbClr val="C3904D"/>
      </a:accent3>
      <a:accent4>
        <a:srgbClr val="4EB13B"/>
      </a:accent4>
      <a:accent5>
        <a:srgbClr val="49B965"/>
      </a:accent5>
      <a:accent6>
        <a:srgbClr val="3BB18A"/>
      </a:accent6>
      <a:hlink>
        <a:srgbClr val="519130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283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Bell MT</vt:lpstr>
      <vt:lpstr>GlowVTI</vt:lpstr>
      <vt:lpstr>Research Papers on “AI-Driven Optimization of Logistics Networks for Sustainable and Seamless Distribution”</vt:lpstr>
      <vt:lpstr>Various Authors, et al. (2021). "Big data-driven optimization for sustainable reverse logistics network design." Journal of Ambient Intelligence and Humanized Computing.</vt:lpstr>
      <vt:lpstr>Giuffrida, N., et al. (2022). "Optimization and Machine Learning Applied to Last-Mile Logistics: A Review." Journal of Sustainability.</vt:lpstr>
      <vt:lpstr>Various authors. (2022). "AI-Based Framework for Optimizing Urban Logistics." Journal of Cleaner Production.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Senanayake</cp:lastModifiedBy>
  <cp:revision>6</cp:revision>
  <dcterms:created xsi:type="dcterms:W3CDTF">2024-07-21T11:08:12Z</dcterms:created>
  <dcterms:modified xsi:type="dcterms:W3CDTF">2024-07-30T11:43:23Z</dcterms:modified>
</cp:coreProperties>
</file>